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embeddedFontLs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font" Target="fonts/Roboto-regular.fntdata"/><Relationship Id="rId25" Type="http://schemas.openxmlformats.org/officeDocument/2006/relationships/slide" Target="slides/slide20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29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7a04948cde_23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7a04948cde_23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7a04948cde_23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g37a04948cde_23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7a04948cde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7a04948cde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7a04948cde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7a04948cde_22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7a04948cde_22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7a04948cde_22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7a04948cde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7a04948cde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7a04948cde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7a04948cde_28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7a04948cde_28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7a04948cde_28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7a04948cde_28_5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7a04948cde_28_5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37a04948cde_28_5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7a04948cde_28_5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7a04948cde_28_5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g37a04948cde_28_5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7a04948cde_2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7a04948cde_2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37a04948cde_21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7a04948cde_2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7a04948cde_2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7a04948cde_2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7a04948cde_3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7a04948cde_3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7a04948cde_3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7a04948cde_28_5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7a04948cde_28_5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7a04948cde_28_5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7a2e79eaed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7a2e79eaed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7a2e79eaed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/>
          <p:nvPr>
            <p:ph idx="2" type="pic"/>
          </p:nvPr>
        </p:nvSpPr>
        <p:spPr>
          <a:xfrm>
            <a:off x="571500" y="0"/>
            <a:ext cx="6034088" cy="68579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9" name="Google Shape;19;p2"/>
          <p:cNvSpPr/>
          <p:nvPr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 txBox="1"/>
          <p:nvPr>
            <p:ph type="ctrTitle"/>
          </p:nvPr>
        </p:nvSpPr>
        <p:spPr>
          <a:xfrm>
            <a:off x="6905625" y="1512889"/>
            <a:ext cx="4986338" cy="32623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6905625" y="4927600"/>
            <a:ext cx="4986338" cy="976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lank">
  <p:cSld name="4_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>
            <p:ph idx="2" type="pic"/>
          </p:nvPr>
        </p:nvSpPr>
        <p:spPr>
          <a:xfrm>
            <a:off x="0" y="260350"/>
            <a:ext cx="11891963" cy="630078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>
            <p:ph idx="2" type="pic"/>
          </p:nvPr>
        </p:nvSpPr>
        <p:spPr>
          <a:xfrm>
            <a:off x="0" y="1233488"/>
            <a:ext cx="12192001" cy="439102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grpSp>
        <p:nvGrpSpPr>
          <p:cNvPr id="29" name="Google Shape;29;p4"/>
          <p:cNvGrpSpPr/>
          <p:nvPr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30" name="Google Shape;30;p4"/>
            <p:cNvSpPr/>
            <p:nvPr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" name="Google Shape;32;p4"/>
          <p:cNvSpPr/>
          <p:nvPr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and Content">
  <p:cSld name="5_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6619197" y="1296176"/>
            <a:ext cx="5272764" cy="15515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6619198" y="3073967"/>
            <a:ext cx="5272764" cy="2557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5"/>
          <p:cNvSpPr/>
          <p:nvPr>
            <p:ph idx="2" type="pic"/>
          </p:nvPr>
        </p:nvSpPr>
        <p:spPr>
          <a:xfrm>
            <a:off x="1117601" y="1016000"/>
            <a:ext cx="5138058" cy="4978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0" name="Google Shape;40;p5"/>
          <p:cNvSpPr/>
          <p:nvPr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647699" y="4517395"/>
            <a:ext cx="5372096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6254749" y="1642105"/>
            <a:ext cx="5372096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/>
          <p:nvPr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/>
          <p:nvPr>
            <p:ph idx="3" type="pic"/>
          </p:nvPr>
        </p:nvSpPr>
        <p:spPr>
          <a:xfrm>
            <a:off x="647699" y="571500"/>
            <a:ext cx="5372097" cy="383984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4" name="Google Shape;54;p7"/>
          <p:cNvSpPr/>
          <p:nvPr>
            <p:ph idx="4" type="pic"/>
          </p:nvPr>
        </p:nvSpPr>
        <p:spPr>
          <a:xfrm>
            <a:off x="6254748" y="2429505"/>
            <a:ext cx="5372097" cy="38569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"/>
          <p:cNvSpPr/>
          <p:nvPr>
            <p:ph idx="2" type="pic"/>
          </p:nvPr>
        </p:nvSpPr>
        <p:spPr>
          <a:xfrm>
            <a:off x="335756" y="260350"/>
            <a:ext cx="11520488" cy="630078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9"/>
          <p:cNvSpPr/>
          <p:nvPr>
            <p:ph idx="2" type="pic"/>
          </p:nvPr>
        </p:nvSpPr>
        <p:spPr>
          <a:xfrm>
            <a:off x="0" y="0"/>
            <a:ext cx="12192000" cy="444817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2" name="Google Shape;62;p9"/>
          <p:cNvSpPr/>
          <p:nvPr/>
        </p:nvSpPr>
        <p:spPr>
          <a:xfrm>
            <a:off x="0" y="4448175"/>
            <a:ext cx="12192000" cy="2409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9"/>
          <p:cNvSpPr txBox="1"/>
          <p:nvPr>
            <p:ph type="ctrTitle"/>
          </p:nvPr>
        </p:nvSpPr>
        <p:spPr>
          <a:xfrm>
            <a:off x="371475" y="4551363"/>
            <a:ext cx="11520488" cy="1176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" type="subTitle"/>
          </p:nvPr>
        </p:nvSpPr>
        <p:spPr>
          <a:xfrm>
            <a:off x="371475" y="5830888"/>
            <a:ext cx="11520488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8" name="Google Shape;68;p10"/>
          <p:cNvSpPr txBox="1"/>
          <p:nvPr>
            <p:ph type="ctrTitle"/>
          </p:nvPr>
        </p:nvSpPr>
        <p:spPr>
          <a:xfrm>
            <a:off x="3436610" y="1779589"/>
            <a:ext cx="5318781" cy="21828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" type="subTitle"/>
          </p:nvPr>
        </p:nvSpPr>
        <p:spPr>
          <a:xfrm>
            <a:off x="3436610" y="4079083"/>
            <a:ext cx="5318781" cy="976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1"/>
          <p:cNvSpPr/>
          <p:nvPr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1"/>
          <p:cNvSpPr/>
          <p:nvPr>
            <p:ph idx="2" type="pic"/>
          </p:nvPr>
        </p:nvSpPr>
        <p:spPr>
          <a:xfrm>
            <a:off x="5016500" y="472281"/>
            <a:ext cx="7175500" cy="591343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4" name="Google Shape;74;p11"/>
          <p:cNvSpPr txBox="1"/>
          <p:nvPr>
            <p:ph type="ctrTitle"/>
          </p:nvPr>
        </p:nvSpPr>
        <p:spPr>
          <a:xfrm>
            <a:off x="371476" y="1779589"/>
            <a:ext cx="4416424" cy="21828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subTitle"/>
          </p:nvPr>
        </p:nvSpPr>
        <p:spPr>
          <a:xfrm>
            <a:off x="371476" y="4079083"/>
            <a:ext cx="4416424" cy="976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6" name="Google Shape;76;p11"/>
          <p:cNvSpPr/>
          <p:nvPr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2"/>
          <p:cNvSpPr/>
          <p:nvPr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rgbClr val="3158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2"/>
          <p:cNvSpPr/>
          <p:nvPr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rgbClr val="2063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2"/>
          <p:cNvSpPr/>
          <p:nvPr>
            <p:ph idx="2" type="pic"/>
          </p:nvPr>
        </p:nvSpPr>
        <p:spPr>
          <a:xfrm>
            <a:off x="371476" y="278606"/>
            <a:ext cx="11520487" cy="315039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2" name="Google Shape;82;p12"/>
          <p:cNvSpPr/>
          <p:nvPr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2"/>
          <p:cNvSpPr txBox="1"/>
          <p:nvPr>
            <p:ph type="ctrTitle"/>
          </p:nvPr>
        </p:nvSpPr>
        <p:spPr>
          <a:xfrm>
            <a:off x="1510507" y="3886201"/>
            <a:ext cx="9242424" cy="11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libri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" type="subTitle"/>
          </p:nvPr>
        </p:nvSpPr>
        <p:spPr>
          <a:xfrm>
            <a:off x="1510507" y="5130801"/>
            <a:ext cx="9242424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>
            <p:ph type="title"/>
          </p:nvPr>
        </p:nvSpPr>
        <p:spPr>
          <a:xfrm>
            <a:off x="1244600" y="260351"/>
            <a:ext cx="9702800" cy="973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546100" y="1638299"/>
            <a:ext cx="5346700" cy="4381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4"/>
          <p:cNvSpPr/>
          <p:nvPr>
            <p:ph idx="2" type="pic"/>
          </p:nvPr>
        </p:nvSpPr>
        <p:spPr>
          <a:xfrm>
            <a:off x="6096000" y="1460501"/>
            <a:ext cx="5795963" cy="474027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 txBox="1"/>
          <p:nvPr>
            <p:ph type="title"/>
          </p:nvPr>
        </p:nvSpPr>
        <p:spPr>
          <a:xfrm>
            <a:off x="371476" y="260351"/>
            <a:ext cx="5495926" cy="2138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71475" y="2603500"/>
            <a:ext cx="5495926" cy="357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15"/>
          <p:cNvSpPr/>
          <p:nvPr>
            <p:ph idx="2" type="pic"/>
          </p:nvPr>
        </p:nvSpPr>
        <p:spPr>
          <a:xfrm>
            <a:off x="9191224" y="637283"/>
            <a:ext cx="2692800" cy="278254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2" name="Google Shape;102;p15"/>
          <p:cNvSpPr/>
          <p:nvPr>
            <p:ph idx="3" type="pic"/>
          </p:nvPr>
        </p:nvSpPr>
        <p:spPr>
          <a:xfrm>
            <a:off x="6498424" y="3430043"/>
            <a:ext cx="2692800" cy="277232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3" name="Google Shape;103;p15"/>
          <p:cNvSpPr/>
          <p:nvPr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 txBox="1"/>
          <p:nvPr>
            <p:ph type="title"/>
          </p:nvPr>
        </p:nvSpPr>
        <p:spPr>
          <a:xfrm>
            <a:off x="371476" y="1016000"/>
            <a:ext cx="3997324" cy="25018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371475" y="3619500"/>
            <a:ext cx="3997325" cy="2557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6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16"/>
          <p:cNvSpPr/>
          <p:nvPr>
            <p:ph idx="2" type="pic"/>
          </p:nvPr>
        </p:nvSpPr>
        <p:spPr>
          <a:xfrm>
            <a:off x="4902201" y="619125"/>
            <a:ext cx="3454400" cy="55816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3" name="Google Shape;113;p16"/>
          <p:cNvSpPr/>
          <p:nvPr>
            <p:ph idx="3" type="pic"/>
          </p:nvPr>
        </p:nvSpPr>
        <p:spPr>
          <a:xfrm>
            <a:off x="8432801" y="260351"/>
            <a:ext cx="3454400" cy="558164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4" name="Google Shape;114;p16"/>
          <p:cNvSpPr/>
          <p:nvPr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/>
          <p:nvPr>
            <p:ph type="title"/>
          </p:nvPr>
        </p:nvSpPr>
        <p:spPr>
          <a:xfrm>
            <a:off x="371476" y="476250"/>
            <a:ext cx="5165724" cy="2557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6096000" y="476250"/>
            <a:ext cx="5795963" cy="2557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7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7"/>
          <p:cNvSpPr/>
          <p:nvPr>
            <p:ph idx="2" type="pic"/>
          </p:nvPr>
        </p:nvSpPr>
        <p:spPr>
          <a:xfrm>
            <a:off x="371476" y="3233941"/>
            <a:ext cx="11520486" cy="296683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3" name="Google Shape;123;p17"/>
          <p:cNvSpPr/>
          <p:nvPr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and Content">
  <p:cSld name="6_Title and Conten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 txBox="1"/>
          <p:nvPr>
            <p:ph type="title"/>
          </p:nvPr>
        </p:nvSpPr>
        <p:spPr>
          <a:xfrm>
            <a:off x="371475" y="1783831"/>
            <a:ext cx="3111954" cy="3290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8"/>
          <p:cNvSpPr txBox="1"/>
          <p:nvPr>
            <p:ph idx="1" type="body"/>
          </p:nvPr>
        </p:nvSpPr>
        <p:spPr>
          <a:xfrm>
            <a:off x="7489370" y="1783832"/>
            <a:ext cx="4402592" cy="3290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18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18"/>
          <p:cNvSpPr/>
          <p:nvPr>
            <p:ph idx="2" type="pic"/>
          </p:nvPr>
        </p:nvSpPr>
        <p:spPr>
          <a:xfrm>
            <a:off x="3672114" y="0"/>
            <a:ext cx="3628571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0" name="Google Shape;130;p18"/>
          <p:cNvSpPr/>
          <p:nvPr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0" y="1389743"/>
            <a:ext cx="12192000" cy="40785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 txBox="1"/>
          <p:nvPr>
            <p:ph type="title"/>
          </p:nvPr>
        </p:nvSpPr>
        <p:spPr>
          <a:xfrm>
            <a:off x="831850" y="2331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831850" y="3968071"/>
            <a:ext cx="10515600" cy="805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E90"/>
              </a:buClr>
              <a:buSzPts val="2000"/>
              <a:buNone/>
              <a:defRPr sz="2000">
                <a:solidFill>
                  <a:srgbClr val="8D8E90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E90"/>
              </a:buClr>
              <a:buSzPts val="1800"/>
              <a:buNone/>
              <a:defRPr sz="1800">
                <a:solidFill>
                  <a:srgbClr val="8D8E90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E90"/>
              </a:buClr>
              <a:buSzPts val="1600"/>
              <a:buNone/>
              <a:defRPr sz="1600">
                <a:solidFill>
                  <a:srgbClr val="8D8E90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E90"/>
              </a:buClr>
              <a:buSzPts val="1600"/>
              <a:buNone/>
              <a:defRPr sz="1600">
                <a:solidFill>
                  <a:srgbClr val="8D8E90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E90"/>
              </a:buClr>
              <a:buSzPts val="1600"/>
              <a:buNone/>
              <a:defRPr sz="1600">
                <a:solidFill>
                  <a:srgbClr val="8D8E90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E90"/>
              </a:buClr>
              <a:buSzPts val="1600"/>
              <a:buNone/>
              <a:defRPr sz="1600">
                <a:solidFill>
                  <a:srgbClr val="8D8E90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E90"/>
              </a:buClr>
              <a:buSzPts val="1600"/>
              <a:buNone/>
              <a:defRPr sz="1600">
                <a:solidFill>
                  <a:srgbClr val="8D8E90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8E90"/>
              </a:buClr>
              <a:buSzPts val="1600"/>
              <a:buNone/>
              <a:defRPr sz="1600">
                <a:solidFill>
                  <a:srgbClr val="8D8E90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9"/>
          <p:cNvSpPr/>
          <p:nvPr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0" y="0"/>
            <a:ext cx="6096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/>
          <p:nvPr>
            <p:ph idx="2" type="pic"/>
          </p:nvPr>
        </p:nvSpPr>
        <p:spPr>
          <a:xfrm>
            <a:off x="371476" y="260350"/>
            <a:ext cx="11520488" cy="600982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4" name="Google Shape;144;p20"/>
          <p:cNvSpPr txBox="1"/>
          <p:nvPr>
            <p:ph type="title"/>
          </p:nvPr>
        </p:nvSpPr>
        <p:spPr>
          <a:xfrm>
            <a:off x="1174750" y="3957831"/>
            <a:ext cx="962025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0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0"/>
          <p:cNvSpPr/>
          <p:nvPr/>
        </p:nvSpPr>
        <p:spPr>
          <a:xfrm>
            <a:off x="1093471" y="3843394"/>
            <a:ext cx="1722120" cy="1729060"/>
          </a:xfrm>
          <a:custGeom>
            <a:rect b="b" l="l" r="r" t="t"/>
            <a:pathLst>
              <a:path extrusionOk="0" h="2730500" w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1"/>
          <p:cNvSpPr/>
          <p:nvPr>
            <p:ph idx="2" type="pic"/>
          </p:nvPr>
        </p:nvSpPr>
        <p:spPr>
          <a:xfrm>
            <a:off x="5400675" y="260350"/>
            <a:ext cx="6499502" cy="594042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0" name="Google Shape;150;p21"/>
          <p:cNvSpPr txBox="1"/>
          <p:nvPr>
            <p:ph type="title"/>
          </p:nvPr>
        </p:nvSpPr>
        <p:spPr>
          <a:xfrm>
            <a:off x="371475" y="1596928"/>
            <a:ext cx="4810125" cy="32672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libri"/>
              <a:buNone/>
              <a:defRPr sz="60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1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ection Header">
  <p:cSld name="3_Section Header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2"/>
          <p:cNvSpPr txBox="1"/>
          <p:nvPr>
            <p:ph type="title"/>
          </p:nvPr>
        </p:nvSpPr>
        <p:spPr>
          <a:xfrm>
            <a:off x="371475" y="3917949"/>
            <a:ext cx="6915150" cy="2268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2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2"/>
          <p:cNvSpPr/>
          <p:nvPr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2"/>
          <p:cNvSpPr/>
          <p:nvPr>
            <p:ph idx="2" type="pic"/>
          </p:nvPr>
        </p:nvSpPr>
        <p:spPr>
          <a:xfrm>
            <a:off x="371474" y="260351"/>
            <a:ext cx="11520489" cy="594042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ection Header">
  <p:cSld name="4_Section Header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3"/>
          <p:cNvSpPr txBox="1"/>
          <p:nvPr>
            <p:ph type="title"/>
          </p:nvPr>
        </p:nvSpPr>
        <p:spPr>
          <a:xfrm>
            <a:off x="876300" y="4406207"/>
            <a:ext cx="10439400" cy="1175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3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23"/>
          <p:cNvSpPr/>
          <p:nvPr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3"/>
          <p:cNvSpPr/>
          <p:nvPr>
            <p:ph idx="2" type="pic"/>
          </p:nvPr>
        </p:nvSpPr>
        <p:spPr>
          <a:xfrm>
            <a:off x="371476" y="260350"/>
            <a:ext cx="11520488" cy="36575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8" name="Google Shape;168;p23"/>
          <p:cNvSpPr/>
          <p:nvPr/>
        </p:nvSpPr>
        <p:spPr>
          <a:xfrm>
            <a:off x="5795961" y="3914082"/>
            <a:ext cx="600075" cy="2918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/>
          <p:nvPr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4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581026" y="1724025"/>
            <a:ext cx="314325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24"/>
          <p:cNvSpPr txBox="1"/>
          <p:nvPr>
            <p:ph idx="2" type="body"/>
          </p:nvPr>
        </p:nvSpPr>
        <p:spPr>
          <a:xfrm>
            <a:off x="8451282" y="1712119"/>
            <a:ext cx="31428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24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24"/>
          <p:cNvSpPr/>
          <p:nvPr>
            <p:ph idx="3" type="pic"/>
          </p:nvPr>
        </p:nvSpPr>
        <p:spPr>
          <a:xfrm>
            <a:off x="3967163" y="1233488"/>
            <a:ext cx="4257675" cy="514826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/>
          <p:nvPr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6383054" y="1357414"/>
            <a:ext cx="5255193" cy="2404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25"/>
          <p:cNvSpPr/>
          <p:nvPr>
            <p:ph idx="2" type="pic"/>
          </p:nvPr>
        </p:nvSpPr>
        <p:spPr>
          <a:xfrm>
            <a:off x="371475" y="1233488"/>
            <a:ext cx="5757863" cy="2415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3" name="Google Shape;183;p25"/>
          <p:cNvSpPr/>
          <p:nvPr>
            <p:ph idx="3" type="pic"/>
          </p:nvPr>
        </p:nvSpPr>
        <p:spPr>
          <a:xfrm>
            <a:off x="6200775" y="3967163"/>
            <a:ext cx="5619750" cy="24145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4" name="Google Shape;184;p25"/>
          <p:cNvSpPr/>
          <p:nvPr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5"/>
          <p:cNvSpPr txBox="1"/>
          <p:nvPr>
            <p:ph idx="4" type="body"/>
          </p:nvPr>
        </p:nvSpPr>
        <p:spPr>
          <a:xfrm>
            <a:off x="622406" y="3848474"/>
            <a:ext cx="5256000" cy="24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wo Content">
  <p:cSld name="2_Two Conten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26"/>
          <p:cNvSpPr/>
          <p:nvPr>
            <p:ph idx="2" type="pic"/>
          </p:nvPr>
        </p:nvSpPr>
        <p:spPr>
          <a:xfrm>
            <a:off x="371475" y="1233488"/>
            <a:ext cx="11520488" cy="238136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90" name="Google Shape;190;p26"/>
          <p:cNvSpPr/>
          <p:nvPr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/>
          <p:nvPr>
            <p:ph idx="1" type="body"/>
          </p:nvPr>
        </p:nvSpPr>
        <p:spPr>
          <a:xfrm>
            <a:off x="6383054" y="3808206"/>
            <a:ext cx="5255193" cy="2404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26"/>
          <p:cNvSpPr txBox="1"/>
          <p:nvPr>
            <p:ph idx="3" type="body"/>
          </p:nvPr>
        </p:nvSpPr>
        <p:spPr>
          <a:xfrm>
            <a:off x="622406" y="3808236"/>
            <a:ext cx="5256000" cy="24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93" name="Google Shape;193;p26"/>
          <p:cNvCxnSpPr/>
          <p:nvPr/>
        </p:nvCxnSpPr>
        <p:spPr>
          <a:xfrm>
            <a:off x="6131719" y="3774712"/>
            <a:ext cx="0" cy="2471849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wo Content">
  <p:cSld name="3_Two Conten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7"/>
          <p:cNvSpPr/>
          <p:nvPr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7"/>
          <p:cNvSpPr txBox="1"/>
          <p:nvPr>
            <p:ph type="title"/>
          </p:nvPr>
        </p:nvSpPr>
        <p:spPr>
          <a:xfrm>
            <a:off x="371475" y="1334424"/>
            <a:ext cx="4448175" cy="1520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7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27"/>
          <p:cNvSpPr txBox="1"/>
          <p:nvPr>
            <p:ph idx="1" type="body"/>
          </p:nvPr>
        </p:nvSpPr>
        <p:spPr>
          <a:xfrm>
            <a:off x="3609563" y="3118775"/>
            <a:ext cx="2927311" cy="3081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idx="2" type="body"/>
          </p:nvPr>
        </p:nvSpPr>
        <p:spPr>
          <a:xfrm>
            <a:off x="371475" y="3118776"/>
            <a:ext cx="2926800" cy="3081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27"/>
          <p:cNvSpPr/>
          <p:nvPr>
            <p:ph idx="3" type="pic"/>
          </p:nvPr>
        </p:nvSpPr>
        <p:spPr>
          <a:xfrm>
            <a:off x="4908415" y="-4277"/>
            <a:ext cx="7283585" cy="620497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02" name="Google Shape;202;p27"/>
          <p:cNvSpPr/>
          <p:nvPr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27"/>
          <p:cNvCxnSpPr/>
          <p:nvPr/>
        </p:nvCxnSpPr>
        <p:spPr>
          <a:xfrm>
            <a:off x="3452019" y="3106075"/>
            <a:ext cx="0" cy="3094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5" name="Google Shape;205;p27"/>
          <p:cNvSpPr/>
          <p:nvPr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wo Content">
  <p:cSld name="4_Two Conten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/>
          <p:nvPr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8"/>
          <p:cNvSpPr/>
          <p:nvPr>
            <p:ph idx="2" type="pic"/>
          </p:nvPr>
        </p:nvSpPr>
        <p:spPr>
          <a:xfrm>
            <a:off x="371475" y="260350"/>
            <a:ext cx="11520488" cy="61214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09" name="Google Shape;209;p28"/>
          <p:cNvSpPr/>
          <p:nvPr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8"/>
          <p:cNvSpPr txBox="1"/>
          <p:nvPr>
            <p:ph type="title"/>
          </p:nvPr>
        </p:nvSpPr>
        <p:spPr>
          <a:xfrm>
            <a:off x="1587504" y="1233488"/>
            <a:ext cx="9016993" cy="7610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8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6328091" y="2424864"/>
            <a:ext cx="4132800" cy="28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28"/>
          <p:cNvSpPr txBox="1"/>
          <p:nvPr>
            <p:ph idx="3" type="body"/>
          </p:nvPr>
        </p:nvSpPr>
        <p:spPr>
          <a:xfrm>
            <a:off x="1722820" y="2424864"/>
            <a:ext cx="4131850" cy="2832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9"/>
          <p:cNvSpPr/>
          <p:nvPr>
            <p:ph idx="2" type="pic"/>
          </p:nvPr>
        </p:nvSpPr>
        <p:spPr>
          <a:xfrm>
            <a:off x="1" y="1"/>
            <a:ext cx="12191999" cy="68579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0"/>
          <p:cNvSpPr/>
          <p:nvPr>
            <p:ph idx="2" type="pic"/>
          </p:nvPr>
        </p:nvSpPr>
        <p:spPr>
          <a:xfrm>
            <a:off x="371475" y="260350"/>
            <a:ext cx="4492625" cy="630078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21" name="Google Shape;221;p30"/>
          <p:cNvSpPr/>
          <p:nvPr>
            <p:ph idx="3" type="pic"/>
          </p:nvPr>
        </p:nvSpPr>
        <p:spPr>
          <a:xfrm>
            <a:off x="4981575" y="260350"/>
            <a:ext cx="2740025" cy="630078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22" name="Google Shape;222;p30"/>
          <p:cNvSpPr/>
          <p:nvPr>
            <p:ph idx="4" type="pic"/>
          </p:nvPr>
        </p:nvSpPr>
        <p:spPr>
          <a:xfrm>
            <a:off x="7839076" y="260350"/>
            <a:ext cx="4052888" cy="38036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23" name="Google Shape;223;p30"/>
          <p:cNvSpPr/>
          <p:nvPr>
            <p:ph idx="5" type="pic"/>
          </p:nvPr>
        </p:nvSpPr>
        <p:spPr>
          <a:xfrm>
            <a:off x="7839076" y="4165600"/>
            <a:ext cx="4052888" cy="2395538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/>
          <p:nvPr>
            <p:ph type="title"/>
          </p:nvPr>
        </p:nvSpPr>
        <p:spPr>
          <a:xfrm>
            <a:off x="371475" y="260351"/>
            <a:ext cx="11520487" cy="75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1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31"/>
          <p:cNvSpPr/>
          <p:nvPr>
            <p:ph idx="2" type="pic"/>
          </p:nvPr>
        </p:nvSpPr>
        <p:spPr>
          <a:xfrm>
            <a:off x="371475" y="1233488"/>
            <a:ext cx="2466000" cy="49672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28" name="Google Shape;228;p31"/>
          <p:cNvSpPr/>
          <p:nvPr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1"/>
          <p:cNvSpPr txBox="1"/>
          <p:nvPr>
            <p:ph idx="1" type="body"/>
          </p:nvPr>
        </p:nvSpPr>
        <p:spPr>
          <a:xfrm>
            <a:off x="3004445" y="1330963"/>
            <a:ext cx="2986019" cy="1076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30" name="Google Shape;230;p31"/>
          <p:cNvSpPr/>
          <p:nvPr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1"/>
          <p:cNvSpPr txBox="1"/>
          <p:nvPr>
            <p:ph idx="3" type="body"/>
          </p:nvPr>
        </p:nvSpPr>
        <p:spPr>
          <a:xfrm>
            <a:off x="3004445" y="2623930"/>
            <a:ext cx="2986019" cy="344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" name="Google Shape;232;p31"/>
          <p:cNvSpPr/>
          <p:nvPr>
            <p:ph idx="4" type="pic"/>
          </p:nvPr>
        </p:nvSpPr>
        <p:spPr>
          <a:xfrm>
            <a:off x="6151738" y="1233487"/>
            <a:ext cx="2464907" cy="49672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33" name="Google Shape;233;p31"/>
          <p:cNvSpPr/>
          <p:nvPr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1"/>
          <p:cNvSpPr/>
          <p:nvPr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1"/>
          <p:cNvSpPr txBox="1"/>
          <p:nvPr>
            <p:ph idx="5" type="body"/>
          </p:nvPr>
        </p:nvSpPr>
        <p:spPr>
          <a:xfrm>
            <a:off x="8786099" y="1333189"/>
            <a:ext cx="2984400" cy="1074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36" name="Google Shape;236;p31"/>
          <p:cNvSpPr txBox="1"/>
          <p:nvPr>
            <p:ph idx="6" type="body"/>
          </p:nvPr>
        </p:nvSpPr>
        <p:spPr>
          <a:xfrm>
            <a:off x="8786099" y="2623930"/>
            <a:ext cx="2984400" cy="3448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/>
          <p:nvPr>
            <p:ph type="title"/>
          </p:nvPr>
        </p:nvSpPr>
        <p:spPr>
          <a:xfrm>
            <a:off x="371475" y="260351"/>
            <a:ext cx="11520487" cy="75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32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" name="Google Shape;240;p32"/>
          <p:cNvSpPr/>
          <p:nvPr>
            <p:ph idx="2" type="pic"/>
          </p:nvPr>
        </p:nvSpPr>
        <p:spPr>
          <a:xfrm>
            <a:off x="7063827" y="1233488"/>
            <a:ext cx="4828135" cy="49672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41" name="Google Shape;241;p32"/>
          <p:cNvSpPr/>
          <p:nvPr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2"/>
          <p:cNvSpPr txBox="1"/>
          <p:nvPr>
            <p:ph idx="1" type="body"/>
          </p:nvPr>
        </p:nvSpPr>
        <p:spPr>
          <a:xfrm>
            <a:off x="483636" y="1330963"/>
            <a:ext cx="2986019" cy="1076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3" name="Google Shape;243;p32"/>
          <p:cNvSpPr/>
          <p:nvPr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2"/>
          <p:cNvSpPr txBox="1"/>
          <p:nvPr>
            <p:ph idx="3" type="body"/>
          </p:nvPr>
        </p:nvSpPr>
        <p:spPr>
          <a:xfrm>
            <a:off x="483636" y="2623930"/>
            <a:ext cx="2986019" cy="344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" name="Google Shape;245;p32"/>
          <p:cNvSpPr/>
          <p:nvPr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2"/>
          <p:cNvSpPr/>
          <p:nvPr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2"/>
          <p:cNvSpPr txBox="1"/>
          <p:nvPr>
            <p:ph idx="4" type="body"/>
          </p:nvPr>
        </p:nvSpPr>
        <p:spPr>
          <a:xfrm>
            <a:off x="3830620" y="1333189"/>
            <a:ext cx="2984400" cy="1074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8" name="Google Shape;248;p32"/>
          <p:cNvSpPr txBox="1"/>
          <p:nvPr>
            <p:ph idx="5" type="body"/>
          </p:nvPr>
        </p:nvSpPr>
        <p:spPr>
          <a:xfrm>
            <a:off x="3830620" y="2623930"/>
            <a:ext cx="2984400" cy="3448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mparison">
  <p:cSld name="2_Comparison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/>
          <p:nvPr>
            <p:ph type="title"/>
          </p:nvPr>
        </p:nvSpPr>
        <p:spPr>
          <a:xfrm>
            <a:off x="371475" y="260351"/>
            <a:ext cx="11520487" cy="75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33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33"/>
          <p:cNvSpPr/>
          <p:nvPr>
            <p:ph idx="2" type="pic"/>
          </p:nvPr>
        </p:nvSpPr>
        <p:spPr>
          <a:xfrm>
            <a:off x="371475" y="1233488"/>
            <a:ext cx="11520487" cy="49672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53" name="Google Shape;253;p33"/>
          <p:cNvSpPr txBox="1"/>
          <p:nvPr>
            <p:ph idx="1" type="body"/>
          </p:nvPr>
        </p:nvSpPr>
        <p:spPr>
          <a:xfrm>
            <a:off x="6261798" y="2910543"/>
            <a:ext cx="5058000" cy="51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4" name="Google Shape;254;p33"/>
          <p:cNvSpPr txBox="1"/>
          <p:nvPr>
            <p:ph idx="3" type="body"/>
          </p:nvPr>
        </p:nvSpPr>
        <p:spPr>
          <a:xfrm>
            <a:off x="6261798" y="3523420"/>
            <a:ext cx="5058000" cy="2181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5" name="Google Shape;255;p33"/>
          <p:cNvSpPr txBox="1"/>
          <p:nvPr>
            <p:ph idx="4" type="body"/>
          </p:nvPr>
        </p:nvSpPr>
        <p:spPr>
          <a:xfrm>
            <a:off x="895142" y="2910543"/>
            <a:ext cx="5058397" cy="51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6" name="Google Shape;256;p33"/>
          <p:cNvSpPr txBox="1"/>
          <p:nvPr>
            <p:ph idx="5" type="body"/>
          </p:nvPr>
        </p:nvSpPr>
        <p:spPr>
          <a:xfrm>
            <a:off x="895142" y="3523420"/>
            <a:ext cx="5058397" cy="2181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omparison">
  <p:cSld name="3_Comparison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/>
          <p:nvPr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4"/>
          <p:cNvSpPr txBox="1"/>
          <p:nvPr>
            <p:ph type="title"/>
          </p:nvPr>
        </p:nvSpPr>
        <p:spPr>
          <a:xfrm>
            <a:off x="371475" y="260351"/>
            <a:ext cx="11520487" cy="75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34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34"/>
          <p:cNvSpPr txBox="1"/>
          <p:nvPr>
            <p:ph idx="1" type="body"/>
          </p:nvPr>
        </p:nvSpPr>
        <p:spPr>
          <a:xfrm>
            <a:off x="6261797" y="3634443"/>
            <a:ext cx="5630165" cy="51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2" name="Google Shape;262;p34"/>
          <p:cNvSpPr txBox="1"/>
          <p:nvPr>
            <p:ph idx="2" type="body"/>
          </p:nvPr>
        </p:nvSpPr>
        <p:spPr>
          <a:xfrm>
            <a:off x="6261797" y="4247320"/>
            <a:ext cx="5630165" cy="1953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3" name="Google Shape;263;p34"/>
          <p:cNvSpPr txBox="1"/>
          <p:nvPr>
            <p:ph idx="3" type="body"/>
          </p:nvPr>
        </p:nvSpPr>
        <p:spPr>
          <a:xfrm>
            <a:off x="371476" y="3634443"/>
            <a:ext cx="5582064" cy="51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4" name="Google Shape;264;p34"/>
          <p:cNvSpPr txBox="1"/>
          <p:nvPr>
            <p:ph idx="4" type="body"/>
          </p:nvPr>
        </p:nvSpPr>
        <p:spPr>
          <a:xfrm>
            <a:off x="371476" y="4247320"/>
            <a:ext cx="5582064" cy="19534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5" name="Google Shape;265;p34"/>
          <p:cNvSpPr/>
          <p:nvPr>
            <p:ph idx="5" type="pic"/>
          </p:nvPr>
        </p:nvSpPr>
        <p:spPr>
          <a:xfrm>
            <a:off x="371476" y="1593851"/>
            <a:ext cx="5582064" cy="192956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66" name="Google Shape;266;p34"/>
          <p:cNvSpPr/>
          <p:nvPr>
            <p:ph idx="6" type="pic"/>
          </p:nvPr>
        </p:nvSpPr>
        <p:spPr>
          <a:xfrm>
            <a:off x="6281738" y="1593850"/>
            <a:ext cx="5582064" cy="192956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mparison">
  <p:cSld name="4_Comparison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/>
          <p:nvPr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5"/>
          <p:cNvSpPr/>
          <p:nvPr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5"/>
          <p:cNvSpPr txBox="1"/>
          <p:nvPr>
            <p:ph type="title"/>
          </p:nvPr>
        </p:nvSpPr>
        <p:spPr>
          <a:xfrm>
            <a:off x="371475" y="260351"/>
            <a:ext cx="11520487" cy="7556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5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2" name="Google Shape;272;p35"/>
          <p:cNvSpPr txBox="1"/>
          <p:nvPr>
            <p:ph idx="1" type="body"/>
          </p:nvPr>
        </p:nvSpPr>
        <p:spPr>
          <a:xfrm>
            <a:off x="6610169" y="3956706"/>
            <a:ext cx="5109021" cy="51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3" name="Google Shape;273;p35"/>
          <p:cNvSpPr txBox="1"/>
          <p:nvPr>
            <p:ph idx="2" type="body"/>
          </p:nvPr>
        </p:nvSpPr>
        <p:spPr>
          <a:xfrm>
            <a:off x="6610169" y="4569583"/>
            <a:ext cx="5109021" cy="141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4" name="Google Shape;274;p35"/>
          <p:cNvSpPr txBox="1"/>
          <p:nvPr>
            <p:ph idx="3" type="body"/>
          </p:nvPr>
        </p:nvSpPr>
        <p:spPr>
          <a:xfrm>
            <a:off x="539836" y="1462743"/>
            <a:ext cx="5108400" cy="518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5" name="Google Shape;275;p35"/>
          <p:cNvSpPr txBox="1"/>
          <p:nvPr>
            <p:ph idx="4" type="body"/>
          </p:nvPr>
        </p:nvSpPr>
        <p:spPr>
          <a:xfrm>
            <a:off x="539836" y="2075621"/>
            <a:ext cx="5108400" cy="13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 sz="14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 sz="11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6" name="Google Shape;276;p35"/>
          <p:cNvSpPr/>
          <p:nvPr>
            <p:ph idx="5" type="pic"/>
          </p:nvPr>
        </p:nvSpPr>
        <p:spPr>
          <a:xfrm>
            <a:off x="5880101" y="1271588"/>
            <a:ext cx="6012000" cy="240095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77" name="Google Shape;277;p35"/>
          <p:cNvSpPr/>
          <p:nvPr>
            <p:ph idx="6" type="pic"/>
          </p:nvPr>
        </p:nvSpPr>
        <p:spPr>
          <a:xfrm>
            <a:off x="371475" y="3758268"/>
            <a:ext cx="6011800" cy="240095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36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36"/>
          <p:cNvSpPr/>
          <p:nvPr>
            <p:ph idx="2" type="pic"/>
          </p:nvPr>
        </p:nvSpPr>
        <p:spPr>
          <a:xfrm>
            <a:off x="371475" y="1233488"/>
            <a:ext cx="5572125" cy="397351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82" name="Google Shape;282;p36"/>
          <p:cNvSpPr/>
          <p:nvPr>
            <p:ph idx="3" type="pic"/>
          </p:nvPr>
        </p:nvSpPr>
        <p:spPr>
          <a:xfrm>
            <a:off x="6319837" y="2227263"/>
            <a:ext cx="5572125" cy="397351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83" name="Google Shape;283;p36"/>
          <p:cNvSpPr/>
          <p:nvPr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6"/>
          <p:cNvSpPr/>
          <p:nvPr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6"/>
          <p:cNvSpPr txBox="1"/>
          <p:nvPr>
            <p:ph idx="1" type="body"/>
          </p:nvPr>
        </p:nvSpPr>
        <p:spPr>
          <a:xfrm>
            <a:off x="534987" y="5380667"/>
            <a:ext cx="52451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6" name="Google Shape;286;p36"/>
          <p:cNvSpPr txBox="1"/>
          <p:nvPr>
            <p:ph idx="4" type="body"/>
          </p:nvPr>
        </p:nvSpPr>
        <p:spPr>
          <a:xfrm>
            <a:off x="6483348" y="1342395"/>
            <a:ext cx="52451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7"/>
          <p:cNvSpPr/>
          <p:nvPr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7"/>
          <p:cNvSpPr/>
          <p:nvPr>
            <p:ph idx="2" type="pic"/>
          </p:nvPr>
        </p:nvSpPr>
        <p:spPr>
          <a:xfrm>
            <a:off x="647699" y="1470977"/>
            <a:ext cx="5372097" cy="383984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91" name="Google Shape;291;p37"/>
          <p:cNvSpPr/>
          <p:nvPr>
            <p:ph idx="3" type="pic"/>
          </p:nvPr>
        </p:nvSpPr>
        <p:spPr>
          <a:xfrm>
            <a:off x="6254748" y="1462403"/>
            <a:ext cx="5372097" cy="3856995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92" name="Google Shape;292;p37"/>
          <p:cNvSpPr txBox="1"/>
          <p:nvPr>
            <p:ph idx="1" type="body"/>
          </p:nvPr>
        </p:nvSpPr>
        <p:spPr>
          <a:xfrm>
            <a:off x="647699" y="5451475"/>
            <a:ext cx="5372096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3" name="Google Shape;293;p37"/>
          <p:cNvSpPr txBox="1"/>
          <p:nvPr>
            <p:ph idx="4" type="body"/>
          </p:nvPr>
        </p:nvSpPr>
        <p:spPr>
          <a:xfrm>
            <a:off x="6254748" y="591502"/>
            <a:ext cx="5372096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94" name="Google Shape;294;p37"/>
          <p:cNvGrpSpPr/>
          <p:nvPr/>
        </p:nvGrpSpPr>
        <p:grpSpPr>
          <a:xfrm>
            <a:off x="5387974" y="422433"/>
            <a:ext cx="644525" cy="973138"/>
            <a:chOff x="371475" y="671713"/>
            <a:chExt cx="496540" cy="836738"/>
          </a:xfrm>
        </p:grpSpPr>
        <p:sp>
          <p:nvSpPr>
            <p:cNvPr id="295" name="Google Shape;295;p37"/>
            <p:cNvSpPr/>
            <p:nvPr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37"/>
            <p:cNvSpPr/>
            <p:nvPr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7" name="Google Shape;297;p37"/>
          <p:cNvGrpSpPr/>
          <p:nvPr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</p:grpSpPr>
        <p:sp>
          <p:nvSpPr>
            <p:cNvPr id="298" name="Google Shape;298;p37"/>
            <p:cNvSpPr/>
            <p:nvPr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37"/>
            <p:cNvSpPr/>
            <p:nvPr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Only">
  <p:cSld name="4_Title Only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8"/>
          <p:cNvSpPr/>
          <p:nvPr>
            <p:ph idx="2" type="pic"/>
          </p:nvPr>
        </p:nvSpPr>
        <p:spPr>
          <a:xfrm>
            <a:off x="0" y="0"/>
            <a:ext cx="60192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03" name="Google Shape;303;p38"/>
          <p:cNvSpPr/>
          <p:nvPr>
            <p:ph idx="3" type="pic"/>
          </p:nvPr>
        </p:nvSpPr>
        <p:spPr>
          <a:xfrm>
            <a:off x="6172201" y="0"/>
            <a:ext cx="6019799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04" name="Google Shape;304;p38"/>
          <p:cNvSpPr txBox="1"/>
          <p:nvPr>
            <p:ph idx="1" type="body"/>
          </p:nvPr>
        </p:nvSpPr>
        <p:spPr>
          <a:xfrm>
            <a:off x="725351" y="5008563"/>
            <a:ext cx="4910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5" name="Google Shape;305;p38"/>
          <p:cNvSpPr txBox="1"/>
          <p:nvPr>
            <p:ph idx="4" type="body"/>
          </p:nvPr>
        </p:nvSpPr>
        <p:spPr>
          <a:xfrm>
            <a:off x="6635593" y="5008563"/>
            <a:ext cx="4908708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3_Title Only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9"/>
          <p:cNvSpPr/>
          <p:nvPr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9"/>
          <p:cNvSpPr/>
          <p:nvPr>
            <p:ph idx="2" type="pic"/>
          </p:nvPr>
        </p:nvSpPr>
        <p:spPr>
          <a:xfrm>
            <a:off x="371475" y="260350"/>
            <a:ext cx="5618153" cy="63007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0" name="Google Shape;310;p39"/>
          <p:cNvSpPr/>
          <p:nvPr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9"/>
          <p:cNvSpPr/>
          <p:nvPr>
            <p:ph idx="3" type="pic"/>
          </p:nvPr>
        </p:nvSpPr>
        <p:spPr>
          <a:xfrm>
            <a:off x="6280147" y="260350"/>
            <a:ext cx="5619600" cy="63007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2" name="Google Shape;312;p39"/>
          <p:cNvSpPr txBox="1"/>
          <p:nvPr>
            <p:ph idx="1" type="body"/>
          </p:nvPr>
        </p:nvSpPr>
        <p:spPr>
          <a:xfrm>
            <a:off x="725351" y="5008563"/>
            <a:ext cx="4910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3" name="Google Shape;313;p39"/>
          <p:cNvSpPr txBox="1"/>
          <p:nvPr>
            <p:ph idx="4" type="body"/>
          </p:nvPr>
        </p:nvSpPr>
        <p:spPr>
          <a:xfrm>
            <a:off x="6635593" y="5008563"/>
            <a:ext cx="4908708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Only">
  <p:cSld name="5_Title Only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7" name="Google Shape;317;p40"/>
          <p:cNvSpPr/>
          <p:nvPr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0"/>
          <p:cNvSpPr/>
          <p:nvPr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0"/>
          <p:cNvSpPr/>
          <p:nvPr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0"/>
          <p:cNvSpPr/>
          <p:nvPr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40"/>
          <p:cNvCxnSpPr/>
          <p:nvPr/>
        </p:nvCxnSpPr>
        <p:spPr>
          <a:xfrm>
            <a:off x="591252" y="3721100"/>
            <a:ext cx="2336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2" name="Google Shape;322;p40"/>
          <p:cNvCxnSpPr/>
          <p:nvPr/>
        </p:nvCxnSpPr>
        <p:spPr>
          <a:xfrm>
            <a:off x="3505963" y="3721100"/>
            <a:ext cx="2336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3" name="Google Shape;323;p40"/>
          <p:cNvCxnSpPr/>
          <p:nvPr/>
        </p:nvCxnSpPr>
        <p:spPr>
          <a:xfrm>
            <a:off x="6420674" y="3721100"/>
            <a:ext cx="2336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4" name="Google Shape;324;p40"/>
          <p:cNvCxnSpPr/>
          <p:nvPr/>
        </p:nvCxnSpPr>
        <p:spPr>
          <a:xfrm>
            <a:off x="9335385" y="3721100"/>
            <a:ext cx="23368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5" name="Google Shape;325;p40"/>
          <p:cNvSpPr/>
          <p:nvPr>
            <p:ph idx="2" type="pic"/>
          </p:nvPr>
        </p:nvSpPr>
        <p:spPr>
          <a:xfrm>
            <a:off x="876300" y="1739900"/>
            <a:ext cx="1689100" cy="13970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40"/>
          <p:cNvSpPr/>
          <p:nvPr>
            <p:ph idx="3" type="pic"/>
          </p:nvPr>
        </p:nvSpPr>
        <p:spPr>
          <a:xfrm>
            <a:off x="3829813" y="4263232"/>
            <a:ext cx="1689100" cy="13970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0"/>
          <p:cNvSpPr/>
          <p:nvPr>
            <p:ph idx="4" type="pic"/>
          </p:nvPr>
        </p:nvSpPr>
        <p:spPr>
          <a:xfrm>
            <a:off x="6744524" y="1739900"/>
            <a:ext cx="1689100" cy="13970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0"/>
          <p:cNvSpPr/>
          <p:nvPr>
            <p:ph idx="5" type="pic"/>
          </p:nvPr>
        </p:nvSpPr>
        <p:spPr>
          <a:xfrm>
            <a:off x="9659235" y="4263232"/>
            <a:ext cx="1689100" cy="13970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0"/>
          <p:cNvSpPr txBox="1"/>
          <p:nvPr>
            <p:ph idx="1" type="body"/>
          </p:nvPr>
        </p:nvSpPr>
        <p:spPr>
          <a:xfrm>
            <a:off x="590550" y="3949700"/>
            <a:ext cx="233680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0" name="Google Shape;330;p40"/>
          <p:cNvSpPr txBox="1"/>
          <p:nvPr>
            <p:ph idx="6" type="body"/>
          </p:nvPr>
        </p:nvSpPr>
        <p:spPr>
          <a:xfrm>
            <a:off x="3505963" y="1595835"/>
            <a:ext cx="233680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1" name="Google Shape;331;p40"/>
          <p:cNvSpPr txBox="1"/>
          <p:nvPr>
            <p:ph idx="7" type="body"/>
          </p:nvPr>
        </p:nvSpPr>
        <p:spPr>
          <a:xfrm>
            <a:off x="6420674" y="3949700"/>
            <a:ext cx="233680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2" name="Google Shape;332;p40"/>
          <p:cNvSpPr txBox="1"/>
          <p:nvPr>
            <p:ph idx="8" type="body"/>
          </p:nvPr>
        </p:nvSpPr>
        <p:spPr>
          <a:xfrm>
            <a:off x="9335385" y="1595835"/>
            <a:ext cx="233680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Only">
  <p:cSld name="6_Title Only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1"/>
          <p:cNvSpPr txBox="1"/>
          <p:nvPr>
            <p:ph type="title"/>
          </p:nvPr>
        </p:nvSpPr>
        <p:spPr>
          <a:xfrm>
            <a:off x="371475" y="260351"/>
            <a:ext cx="6168473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41"/>
          <p:cNvSpPr/>
          <p:nvPr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1"/>
          <p:cNvSpPr/>
          <p:nvPr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1"/>
          <p:cNvSpPr/>
          <p:nvPr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1"/>
          <p:cNvSpPr/>
          <p:nvPr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41"/>
          <p:cNvSpPr/>
          <p:nvPr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1"/>
          <p:cNvSpPr/>
          <p:nvPr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41"/>
          <p:cNvSpPr/>
          <p:nvPr/>
        </p:nvSpPr>
        <p:spPr>
          <a:xfrm rot="5400000">
            <a:off x="9422986" y="1050373"/>
            <a:ext cx="298174" cy="185254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1"/>
          <p:cNvSpPr/>
          <p:nvPr/>
        </p:nvSpPr>
        <p:spPr>
          <a:xfrm rot="-5400000">
            <a:off x="9238100" y="3336373"/>
            <a:ext cx="298174" cy="18525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1"/>
          <p:cNvSpPr/>
          <p:nvPr/>
        </p:nvSpPr>
        <p:spPr>
          <a:xfrm rot="5400000">
            <a:off x="9422986" y="5622373"/>
            <a:ext cx="298174" cy="185254"/>
          </a:xfrm>
          <a:prstGeom prst="triangl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1"/>
          <p:cNvSpPr/>
          <p:nvPr>
            <p:ph idx="2" type="pic"/>
          </p:nvPr>
        </p:nvSpPr>
        <p:spPr>
          <a:xfrm>
            <a:off x="10133588" y="561678"/>
            <a:ext cx="1405742" cy="1162644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41"/>
          <p:cNvSpPr/>
          <p:nvPr>
            <p:ph idx="3" type="pic"/>
          </p:nvPr>
        </p:nvSpPr>
        <p:spPr>
          <a:xfrm>
            <a:off x="7421034" y="2847678"/>
            <a:ext cx="1405742" cy="1162644"/>
          </a:xfrm>
          <a:prstGeom prst="rect">
            <a:avLst/>
          </a:prstGeom>
          <a:noFill/>
          <a:ln>
            <a:noFill/>
          </a:ln>
        </p:spPr>
      </p:sp>
      <p:sp>
        <p:nvSpPr>
          <p:cNvPr id="347" name="Google Shape;347;p41"/>
          <p:cNvSpPr/>
          <p:nvPr>
            <p:ph idx="4" type="pic"/>
          </p:nvPr>
        </p:nvSpPr>
        <p:spPr>
          <a:xfrm>
            <a:off x="10133588" y="5133678"/>
            <a:ext cx="1405742" cy="1162644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1"/>
          <p:cNvSpPr/>
          <p:nvPr>
            <p:ph idx="5" type="pic"/>
          </p:nvPr>
        </p:nvSpPr>
        <p:spPr>
          <a:xfrm>
            <a:off x="371475" y="1233488"/>
            <a:ext cx="6168473" cy="562451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49" name="Google Shape;349;p41"/>
          <p:cNvSpPr txBox="1"/>
          <p:nvPr>
            <p:ph idx="1" type="body"/>
          </p:nvPr>
        </p:nvSpPr>
        <p:spPr>
          <a:xfrm>
            <a:off x="6956242" y="215900"/>
            <a:ext cx="233680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0" name="Google Shape;350;p41"/>
          <p:cNvSpPr txBox="1"/>
          <p:nvPr>
            <p:ph idx="6" type="body"/>
          </p:nvPr>
        </p:nvSpPr>
        <p:spPr>
          <a:xfrm>
            <a:off x="9668059" y="2501900"/>
            <a:ext cx="233680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1" name="Google Shape;351;p41"/>
          <p:cNvSpPr txBox="1"/>
          <p:nvPr>
            <p:ph idx="7" type="body"/>
          </p:nvPr>
        </p:nvSpPr>
        <p:spPr>
          <a:xfrm>
            <a:off x="6956241" y="4787900"/>
            <a:ext cx="2336800" cy="18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Only">
  <p:cSld name="7_Title Only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2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2"/>
          <p:cNvSpPr/>
          <p:nvPr>
            <p:ph idx="2" type="pic"/>
          </p:nvPr>
        </p:nvSpPr>
        <p:spPr>
          <a:xfrm>
            <a:off x="371475" y="1233488"/>
            <a:ext cx="11520487" cy="3049754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55" name="Google Shape;355;p42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" name="Google Shape;356;p42"/>
          <p:cNvSpPr/>
          <p:nvPr>
            <p:ph idx="3" type="pic"/>
          </p:nvPr>
        </p:nvSpPr>
        <p:spPr>
          <a:xfrm>
            <a:off x="1466711" y="2999731"/>
            <a:ext cx="1405742" cy="1162644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42"/>
          <p:cNvSpPr/>
          <p:nvPr>
            <p:ph idx="4" type="pic"/>
          </p:nvPr>
        </p:nvSpPr>
        <p:spPr>
          <a:xfrm>
            <a:off x="4108135" y="2999731"/>
            <a:ext cx="1405742" cy="1162644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/>
          <p:nvPr>
            <p:ph idx="5" type="pic"/>
          </p:nvPr>
        </p:nvSpPr>
        <p:spPr>
          <a:xfrm>
            <a:off x="6749558" y="2999731"/>
            <a:ext cx="1405742" cy="1162644"/>
          </a:xfrm>
          <a:prstGeom prst="rect">
            <a:avLst/>
          </a:prstGeom>
          <a:noFill/>
          <a:ln>
            <a:noFill/>
          </a:ln>
        </p:spPr>
      </p:sp>
      <p:sp>
        <p:nvSpPr>
          <p:cNvPr id="359" name="Google Shape;359;p42"/>
          <p:cNvSpPr/>
          <p:nvPr>
            <p:ph idx="6" type="pic"/>
          </p:nvPr>
        </p:nvSpPr>
        <p:spPr>
          <a:xfrm>
            <a:off x="9435088" y="2999731"/>
            <a:ext cx="1405742" cy="1162644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42"/>
          <p:cNvSpPr/>
          <p:nvPr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2"/>
          <p:cNvSpPr/>
          <p:nvPr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2"/>
          <p:cNvSpPr/>
          <p:nvPr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2"/>
          <p:cNvSpPr/>
          <p:nvPr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2"/>
          <p:cNvSpPr txBox="1"/>
          <p:nvPr>
            <p:ph idx="1" type="body"/>
          </p:nvPr>
        </p:nvSpPr>
        <p:spPr>
          <a:xfrm>
            <a:off x="1091465" y="4598182"/>
            <a:ext cx="2156235" cy="1330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5" name="Google Shape;365;p42"/>
          <p:cNvSpPr txBox="1"/>
          <p:nvPr>
            <p:ph idx="7" type="body"/>
          </p:nvPr>
        </p:nvSpPr>
        <p:spPr>
          <a:xfrm>
            <a:off x="3732888" y="4598182"/>
            <a:ext cx="2156235" cy="1330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6" name="Google Shape;366;p42"/>
          <p:cNvSpPr txBox="1"/>
          <p:nvPr>
            <p:ph idx="8" type="body"/>
          </p:nvPr>
        </p:nvSpPr>
        <p:spPr>
          <a:xfrm>
            <a:off x="6374310" y="4598182"/>
            <a:ext cx="2156235" cy="1330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7" name="Google Shape;367;p42"/>
          <p:cNvSpPr txBox="1"/>
          <p:nvPr>
            <p:ph idx="9" type="body"/>
          </p:nvPr>
        </p:nvSpPr>
        <p:spPr>
          <a:xfrm>
            <a:off x="9015732" y="4598182"/>
            <a:ext cx="2156235" cy="1330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68" name="Google Shape;368;p42"/>
          <p:cNvCxnSpPr/>
          <p:nvPr/>
        </p:nvCxnSpPr>
        <p:spPr>
          <a:xfrm>
            <a:off x="979920" y="4357837"/>
            <a:ext cx="2379325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9" name="Google Shape;369;p42"/>
          <p:cNvCxnSpPr/>
          <p:nvPr/>
        </p:nvCxnSpPr>
        <p:spPr>
          <a:xfrm>
            <a:off x="3621344" y="4357837"/>
            <a:ext cx="2379325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0" name="Google Shape;370;p42"/>
          <p:cNvCxnSpPr/>
          <p:nvPr/>
        </p:nvCxnSpPr>
        <p:spPr>
          <a:xfrm>
            <a:off x="6262767" y="4357837"/>
            <a:ext cx="2379325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1" name="Google Shape;371;p42"/>
          <p:cNvCxnSpPr/>
          <p:nvPr/>
        </p:nvCxnSpPr>
        <p:spPr>
          <a:xfrm>
            <a:off x="8904191" y="4357837"/>
            <a:ext cx="2379325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Only">
  <p:cSld name="8_Title Only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43"/>
          <p:cNvSpPr/>
          <p:nvPr>
            <p:ph idx="2" type="pic"/>
          </p:nvPr>
        </p:nvSpPr>
        <p:spPr>
          <a:xfrm>
            <a:off x="371476" y="1233488"/>
            <a:ext cx="4140890" cy="514826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75" name="Google Shape;375;p43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6" name="Google Shape;376;p43"/>
          <p:cNvSpPr/>
          <p:nvPr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7" name="Google Shape;377;p43"/>
          <p:cNvGrpSpPr/>
          <p:nvPr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378" name="Google Shape;378;p43"/>
            <p:cNvCxnSpPr/>
            <p:nvPr/>
          </p:nvCxnSpPr>
          <p:spPr>
            <a:xfrm>
              <a:off x="4790661" y="2266122"/>
              <a:ext cx="1918252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9" name="Google Shape;379;p43"/>
            <p:cNvCxnSpPr/>
            <p:nvPr/>
          </p:nvCxnSpPr>
          <p:spPr>
            <a:xfrm>
              <a:off x="4790661" y="3692387"/>
              <a:ext cx="1918252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0" name="Google Shape;380;p43"/>
            <p:cNvCxnSpPr/>
            <p:nvPr/>
          </p:nvCxnSpPr>
          <p:spPr>
            <a:xfrm>
              <a:off x="4790661" y="5118652"/>
              <a:ext cx="1918252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381" name="Google Shape;381;p43"/>
          <p:cNvCxnSpPr/>
          <p:nvPr/>
        </p:nvCxnSpPr>
        <p:spPr>
          <a:xfrm>
            <a:off x="4790661" y="6917634"/>
            <a:ext cx="191825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82" name="Google Shape;382;p43"/>
          <p:cNvGrpSpPr/>
          <p:nvPr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83" name="Google Shape;383;p43"/>
            <p:cNvCxnSpPr/>
            <p:nvPr/>
          </p:nvCxnSpPr>
          <p:spPr>
            <a:xfrm>
              <a:off x="4790661" y="2266122"/>
              <a:ext cx="1918252" cy="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4" name="Google Shape;384;p43"/>
            <p:cNvCxnSpPr/>
            <p:nvPr/>
          </p:nvCxnSpPr>
          <p:spPr>
            <a:xfrm>
              <a:off x="4790661" y="3692387"/>
              <a:ext cx="1918252" cy="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5" name="Google Shape;385;p43"/>
            <p:cNvCxnSpPr/>
            <p:nvPr/>
          </p:nvCxnSpPr>
          <p:spPr>
            <a:xfrm>
              <a:off x="4790661" y="5118652"/>
              <a:ext cx="1918252" cy="0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86" name="Google Shape;386;p43"/>
          <p:cNvSpPr txBox="1"/>
          <p:nvPr>
            <p:ph idx="1" type="body"/>
          </p:nvPr>
        </p:nvSpPr>
        <p:spPr>
          <a:xfrm>
            <a:off x="7166507" y="1463643"/>
            <a:ext cx="4725455" cy="758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7" name="Google Shape;387;p43"/>
          <p:cNvSpPr txBox="1"/>
          <p:nvPr>
            <p:ph idx="3" type="body"/>
          </p:nvPr>
        </p:nvSpPr>
        <p:spPr>
          <a:xfrm>
            <a:off x="7166507" y="2741755"/>
            <a:ext cx="4725455" cy="758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8" name="Google Shape;388;p43"/>
          <p:cNvSpPr txBox="1"/>
          <p:nvPr>
            <p:ph idx="4" type="body"/>
          </p:nvPr>
        </p:nvSpPr>
        <p:spPr>
          <a:xfrm>
            <a:off x="7166507" y="4069997"/>
            <a:ext cx="4725455" cy="758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9" name="Google Shape;389;p43"/>
          <p:cNvSpPr txBox="1"/>
          <p:nvPr>
            <p:ph idx="5" type="body"/>
          </p:nvPr>
        </p:nvSpPr>
        <p:spPr>
          <a:xfrm>
            <a:off x="7166507" y="5394355"/>
            <a:ext cx="4725455" cy="7588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0" name="Google Shape;390;p43"/>
          <p:cNvSpPr/>
          <p:nvPr>
            <p:ph idx="6" type="pic"/>
          </p:nvPr>
        </p:nvSpPr>
        <p:spPr>
          <a:xfrm>
            <a:off x="5227571" y="1437538"/>
            <a:ext cx="1147325" cy="811033"/>
          </a:xfrm>
          <a:prstGeom prst="rect">
            <a:avLst/>
          </a:prstGeom>
          <a:noFill/>
          <a:ln>
            <a:noFill/>
          </a:ln>
        </p:spPr>
      </p:sp>
      <p:sp>
        <p:nvSpPr>
          <p:cNvPr id="391" name="Google Shape;391;p43"/>
          <p:cNvSpPr/>
          <p:nvPr>
            <p:ph idx="7" type="pic"/>
          </p:nvPr>
        </p:nvSpPr>
        <p:spPr>
          <a:xfrm>
            <a:off x="5227571" y="2715650"/>
            <a:ext cx="1147325" cy="811033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43"/>
          <p:cNvSpPr/>
          <p:nvPr>
            <p:ph idx="8" type="pic"/>
          </p:nvPr>
        </p:nvSpPr>
        <p:spPr>
          <a:xfrm>
            <a:off x="5227571" y="4043892"/>
            <a:ext cx="1147325" cy="811033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43"/>
          <p:cNvSpPr/>
          <p:nvPr>
            <p:ph idx="9" type="pic"/>
          </p:nvPr>
        </p:nvSpPr>
        <p:spPr>
          <a:xfrm>
            <a:off x="5227571" y="5368250"/>
            <a:ext cx="1147325" cy="81103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Only">
  <p:cSld name="9_Title Only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4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44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7" name="Google Shape;397;p44"/>
          <p:cNvCxnSpPr/>
          <p:nvPr/>
        </p:nvCxnSpPr>
        <p:spPr>
          <a:xfrm>
            <a:off x="4790661" y="6917634"/>
            <a:ext cx="191825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8" name="Google Shape;398;p44"/>
          <p:cNvSpPr/>
          <p:nvPr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4"/>
          <p:cNvSpPr/>
          <p:nvPr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4"/>
          <p:cNvSpPr/>
          <p:nvPr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44"/>
          <p:cNvSpPr/>
          <p:nvPr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4"/>
          <p:cNvSpPr/>
          <p:nvPr>
            <p:ph idx="2" type="pic"/>
          </p:nvPr>
        </p:nvSpPr>
        <p:spPr>
          <a:xfrm>
            <a:off x="615473" y="1713955"/>
            <a:ext cx="1805204" cy="1466666"/>
          </a:xfrm>
          <a:prstGeom prst="rect">
            <a:avLst/>
          </a:prstGeom>
          <a:noFill/>
          <a:ln>
            <a:noFill/>
          </a:ln>
        </p:spPr>
      </p:sp>
      <p:sp>
        <p:nvSpPr>
          <p:cNvPr id="403" name="Google Shape;403;p44"/>
          <p:cNvSpPr/>
          <p:nvPr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4"/>
          <p:cNvSpPr/>
          <p:nvPr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4"/>
          <p:cNvSpPr txBox="1"/>
          <p:nvPr>
            <p:ph idx="1" type="body"/>
          </p:nvPr>
        </p:nvSpPr>
        <p:spPr>
          <a:xfrm>
            <a:off x="2900245" y="1460126"/>
            <a:ext cx="3002880" cy="19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6" name="Google Shape;406;p44"/>
          <p:cNvSpPr txBox="1"/>
          <p:nvPr>
            <p:ph idx="3" type="body"/>
          </p:nvPr>
        </p:nvSpPr>
        <p:spPr>
          <a:xfrm>
            <a:off x="2900245" y="3999809"/>
            <a:ext cx="3002880" cy="19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7" name="Google Shape;407;p44"/>
          <p:cNvSpPr/>
          <p:nvPr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4"/>
          <p:cNvSpPr/>
          <p:nvPr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4"/>
          <p:cNvSpPr txBox="1"/>
          <p:nvPr>
            <p:ph idx="4" type="body"/>
          </p:nvPr>
        </p:nvSpPr>
        <p:spPr>
          <a:xfrm>
            <a:off x="8719398" y="1460126"/>
            <a:ext cx="3002880" cy="19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0" name="Google Shape;410;p44"/>
          <p:cNvSpPr txBox="1"/>
          <p:nvPr>
            <p:ph idx="5" type="body"/>
          </p:nvPr>
        </p:nvSpPr>
        <p:spPr>
          <a:xfrm>
            <a:off x="8719398" y="3999809"/>
            <a:ext cx="3002880" cy="1974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1" name="Google Shape;411;p44"/>
          <p:cNvSpPr/>
          <p:nvPr>
            <p:ph idx="6" type="pic"/>
          </p:nvPr>
        </p:nvSpPr>
        <p:spPr>
          <a:xfrm>
            <a:off x="615473" y="4253638"/>
            <a:ext cx="1805204" cy="1466666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44"/>
          <p:cNvSpPr/>
          <p:nvPr>
            <p:ph idx="7" type="pic"/>
          </p:nvPr>
        </p:nvSpPr>
        <p:spPr>
          <a:xfrm>
            <a:off x="6415151" y="4253638"/>
            <a:ext cx="1805204" cy="1466666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4"/>
          <p:cNvSpPr/>
          <p:nvPr>
            <p:ph idx="8" type="pic"/>
          </p:nvPr>
        </p:nvSpPr>
        <p:spPr>
          <a:xfrm>
            <a:off x="6415151" y="1713954"/>
            <a:ext cx="1805204" cy="146666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Title Only">
  <p:cSld name="10_Title Onl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"/>
          <p:cNvSpPr/>
          <p:nvPr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45"/>
          <p:cNvSpPr/>
          <p:nvPr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45"/>
          <p:cNvSpPr/>
          <p:nvPr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5"/>
          <p:cNvSpPr/>
          <p:nvPr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5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45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21" name="Google Shape;421;p45"/>
          <p:cNvCxnSpPr/>
          <p:nvPr/>
        </p:nvCxnSpPr>
        <p:spPr>
          <a:xfrm>
            <a:off x="4790661" y="6917634"/>
            <a:ext cx="191825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2" name="Google Shape;422;p45"/>
          <p:cNvSpPr/>
          <p:nvPr>
            <p:ph idx="2" type="pic"/>
          </p:nvPr>
        </p:nvSpPr>
        <p:spPr>
          <a:xfrm>
            <a:off x="467420" y="1761485"/>
            <a:ext cx="2494721" cy="2226366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5"/>
          <p:cNvSpPr/>
          <p:nvPr>
            <p:ph idx="3" type="pic"/>
          </p:nvPr>
        </p:nvSpPr>
        <p:spPr>
          <a:xfrm>
            <a:off x="3412045" y="1761485"/>
            <a:ext cx="2494721" cy="2226366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5"/>
          <p:cNvSpPr/>
          <p:nvPr>
            <p:ph idx="4" type="pic"/>
          </p:nvPr>
        </p:nvSpPr>
        <p:spPr>
          <a:xfrm>
            <a:off x="6356669" y="1761485"/>
            <a:ext cx="2494721" cy="2226366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5"/>
          <p:cNvSpPr/>
          <p:nvPr>
            <p:ph idx="5" type="pic"/>
          </p:nvPr>
        </p:nvSpPr>
        <p:spPr>
          <a:xfrm>
            <a:off x="9301294" y="1761485"/>
            <a:ext cx="2494721" cy="2226366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5"/>
          <p:cNvSpPr txBox="1"/>
          <p:nvPr>
            <p:ph idx="1" type="body"/>
          </p:nvPr>
        </p:nvSpPr>
        <p:spPr>
          <a:xfrm>
            <a:off x="371474" y="4302782"/>
            <a:ext cx="2686613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7" name="Google Shape;427;p45"/>
          <p:cNvSpPr txBox="1"/>
          <p:nvPr>
            <p:ph idx="6" type="body"/>
          </p:nvPr>
        </p:nvSpPr>
        <p:spPr>
          <a:xfrm>
            <a:off x="371474" y="5058156"/>
            <a:ext cx="2686613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8" name="Google Shape;428;p45"/>
          <p:cNvSpPr txBox="1"/>
          <p:nvPr>
            <p:ph idx="7" type="body"/>
          </p:nvPr>
        </p:nvSpPr>
        <p:spPr>
          <a:xfrm>
            <a:off x="3316099" y="4302782"/>
            <a:ext cx="2686613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  <a:defRPr b="1" sz="20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9" name="Google Shape;429;p45"/>
          <p:cNvSpPr txBox="1"/>
          <p:nvPr>
            <p:ph idx="8" type="body"/>
          </p:nvPr>
        </p:nvSpPr>
        <p:spPr>
          <a:xfrm>
            <a:off x="3316099" y="5058156"/>
            <a:ext cx="2686613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0" name="Google Shape;430;p45"/>
          <p:cNvSpPr txBox="1"/>
          <p:nvPr>
            <p:ph idx="9" type="body"/>
          </p:nvPr>
        </p:nvSpPr>
        <p:spPr>
          <a:xfrm>
            <a:off x="6260723" y="4302782"/>
            <a:ext cx="2686613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None/>
              <a:defRPr b="1" sz="20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1" name="Google Shape;431;p45"/>
          <p:cNvSpPr txBox="1"/>
          <p:nvPr>
            <p:ph idx="13" type="body"/>
          </p:nvPr>
        </p:nvSpPr>
        <p:spPr>
          <a:xfrm>
            <a:off x="6260723" y="5058156"/>
            <a:ext cx="2686613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2" name="Google Shape;432;p45"/>
          <p:cNvSpPr txBox="1"/>
          <p:nvPr>
            <p:ph idx="14" type="body"/>
          </p:nvPr>
        </p:nvSpPr>
        <p:spPr>
          <a:xfrm>
            <a:off x="9205350" y="4302782"/>
            <a:ext cx="2686613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b="1" sz="20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3" name="Google Shape;433;p45"/>
          <p:cNvSpPr txBox="1"/>
          <p:nvPr>
            <p:ph idx="15" type="body"/>
          </p:nvPr>
        </p:nvSpPr>
        <p:spPr>
          <a:xfrm>
            <a:off x="9205350" y="5058156"/>
            <a:ext cx="2686613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itle Only">
  <p:cSld name="11_Title Only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6"/>
          <p:cNvSpPr/>
          <p:nvPr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6"/>
          <p:cNvSpPr/>
          <p:nvPr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6"/>
          <p:cNvSpPr/>
          <p:nvPr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46"/>
          <p:cNvSpPr/>
          <p:nvPr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6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46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41" name="Google Shape;441;p46"/>
          <p:cNvCxnSpPr/>
          <p:nvPr/>
        </p:nvCxnSpPr>
        <p:spPr>
          <a:xfrm>
            <a:off x="4790661" y="6917634"/>
            <a:ext cx="191825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2" name="Google Shape;442;p46"/>
          <p:cNvSpPr/>
          <p:nvPr>
            <p:ph idx="2" type="pic"/>
          </p:nvPr>
        </p:nvSpPr>
        <p:spPr>
          <a:xfrm>
            <a:off x="467420" y="1522949"/>
            <a:ext cx="2494721" cy="2226366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46"/>
          <p:cNvSpPr/>
          <p:nvPr>
            <p:ph idx="3" type="pic"/>
          </p:nvPr>
        </p:nvSpPr>
        <p:spPr>
          <a:xfrm>
            <a:off x="3412045" y="1522949"/>
            <a:ext cx="2494721" cy="2226366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46"/>
          <p:cNvSpPr/>
          <p:nvPr>
            <p:ph idx="4" type="pic"/>
          </p:nvPr>
        </p:nvSpPr>
        <p:spPr>
          <a:xfrm>
            <a:off x="6356669" y="1522949"/>
            <a:ext cx="2494721" cy="2226366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46"/>
          <p:cNvSpPr/>
          <p:nvPr>
            <p:ph idx="5" type="pic"/>
          </p:nvPr>
        </p:nvSpPr>
        <p:spPr>
          <a:xfrm>
            <a:off x="9301294" y="1522949"/>
            <a:ext cx="2494721" cy="2226366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46"/>
          <p:cNvSpPr txBox="1"/>
          <p:nvPr>
            <p:ph idx="1" type="body"/>
          </p:nvPr>
        </p:nvSpPr>
        <p:spPr>
          <a:xfrm>
            <a:off x="604610" y="4123880"/>
            <a:ext cx="2220341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7" name="Google Shape;447;p46"/>
          <p:cNvSpPr txBox="1"/>
          <p:nvPr>
            <p:ph idx="6" type="body"/>
          </p:nvPr>
        </p:nvSpPr>
        <p:spPr>
          <a:xfrm>
            <a:off x="604610" y="4879254"/>
            <a:ext cx="2220341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8" name="Google Shape;448;p46"/>
          <p:cNvSpPr txBox="1"/>
          <p:nvPr>
            <p:ph idx="7" type="body"/>
          </p:nvPr>
        </p:nvSpPr>
        <p:spPr>
          <a:xfrm>
            <a:off x="3549235" y="4123880"/>
            <a:ext cx="2220341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9" name="Google Shape;449;p46"/>
          <p:cNvSpPr txBox="1"/>
          <p:nvPr>
            <p:ph idx="8" type="body"/>
          </p:nvPr>
        </p:nvSpPr>
        <p:spPr>
          <a:xfrm>
            <a:off x="3549235" y="4879254"/>
            <a:ext cx="2220341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0" name="Google Shape;450;p46"/>
          <p:cNvSpPr txBox="1"/>
          <p:nvPr>
            <p:ph idx="9" type="body"/>
          </p:nvPr>
        </p:nvSpPr>
        <p:spPr>
          <a:xfrm>
            <a:off x="6493859" y="4123880"/>
            <a:ext cx="2220341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1" name="Google Shape;451;p46"/>
          <p:cNvSpPr txBox="1"/>
          <p:nvPr>
            <p:ph idx="13" type="body"/>
          </p:nvPr>
        </p:nvSpPr>
        <p:spPr>
          <a:xfrm>
            <a:off x="6493859" y="4879254"/>
            <a:ext cx="2220341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2" name="Google Shape;452;p46"/>
          <p:cNvSpPr txBox="1"/>
          <p:nvPr>
            <p:ph idx="14" type="body"/>
          </p:nvPr>
        </p:nvSpPr>
        <p:spPr>
          <a:xfrm>
            <a:off x="9438486" y="4123880"/>
            <a:ext cx="2220341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3" name="Google Shape;453;p46"/>
          <p:cNvSpPr txBox="1"/>
          <p:nvPr>
            <p:ph idx="15" type="body"/>
          </p:nvPr>
        </p:nvSpPr>
        <p:spPr>
          <a:xfrm>
            <a:off x="9438486" y="4879254"/>
            <a:ext cx="2220341" cy="6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0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Title Only">
  <p:cSld name="12_Title Only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7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6" name="Google Shape;456;p47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57" name="Google Shape;457;p47"/>
          <p:cNvCxnSpPr/>
          <p:nvPr/>
        </p:nvCxnSpPr>
        <p:spPr>
          <a:xfrm>
            <a:off x="4790661" y="6917634"/>
            <a:ext cx="191825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8" name="Google Shape;458;p47"/>
          <p:cNvSpPr/>
          <p:nvPr>
            <p:ph idx="2" type="chart"/>
          </p:nvPr>
        </p:nvSpPr>
        <p:spPr>
          <a:xfrm>
            <a:off x="4900613" y="1233488"/>
            <a:ext cx="6991350" cy="4967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9" name="Google Shape;459;p47"/>
          <p:cNvSpPr/>
          <p:nvPr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7"/>
          <p:cNvSpPr txBox="1"/>
          <p:nvPr>
            <p:ph idx="1" type="body"/>
          </p:nvPr>
        </p:nvSpPr>
        <p:spPr>
          <a:xfrm>
            <a:off x="546100" y="1450975"/>
            <a:ext cx="4065588" cy="455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 sz="16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Only">
  <p:cSld name="13_Title Only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8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48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4" name="Google Shape;464;p48"/>
          <p:cNvCxnSpPr/>
          <p:nvPr/>
        </p:nvCxnSpPr>
        <p:spPr>
          <a:xfrm>
            <a:off x="4790661" y="6917634"/>
            <a:ext cx="191825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5" name="Google Shape;465;p48"/>
          <p:cNvSpPr/>
          <p:nvPr>
            <p:ph idx="2" type="chart"/>
          </p:nvPr>
        </p:nvSpPr>
        <p:spPr>
          <a:xfrm>
            <a:off x="371475" y="1233488"/>
            <a:ext cx="11520488" cy="4967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Only">
  <p:cSld name="14_Title Only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9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49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9" name="Google Shape;469;p49"/>
          <p:cNvCxnSpPr/>
          <p:nvPr/>
        </p:nvCxnSpPr>
        <p:spPr>
          <a:xfrm>
            <a:off x="4790661" y="6917634"/>
            <a:ext cx="191825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0" name="Google Shape;470;p49"/>
          <p:cNvSpPr/>
          <p:nvPr>
            <p:ph idx="2" type="chart"/>
          </p:nvPr>
        </p:nvSpPr>
        <p:spPr>
          <a:xfrm>
            <a:off x="371475" y="1233488"/>
            <a:ext cx="7450621" cy="4967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1" name="Google Shape;471;p49"/>
          <p:cNvSpPr/>
          <p:nvPr>
            <p:ph idx="3" type="pic"/>
          </p:nvPr>
        </p:nvSpPr>
        <p:spPr>
          <a:xfrm>
            <a:off x="7940675" y="1233488"/>
            <a:ext cx="3951288" cy="496728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Title Only">
  <p:cSld name="15_Title Only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0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50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5" name="Google Shape;475;p50"/>
          <p:cNvCxnSpPr/>
          <p:nvPr/>
        </p:nvCxnSpPr>
        <p:spPr>
          <a:xfrm>
            <a:off x="4790661" y="6917634"/>
            <a:ext cx="191825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6" name="Google Shape;476;p50"/>
          <p:cNvSpPr/>
          <p:nvPr>
            <p:ph idx="2" type="chart"/>
          </p:nvPr>
        </p:nvSpPr>
        <p:spPr>
          <a:xfrm>
            <a:off x="381415" y="1233488"/>
            <a:ext cx="5512490" cy="4967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7" name="Google Shape;477;p50"/>
          <p:cNvSpPr/>
          <p:nvPr>
            <p:ph idx="3" type="chart"/>
          </p:nvPr>
        </p:nvSpPr>
        <p:spPr>
          <a:xfrm>
            <a:off x="6379473" y="1233488"/>
            <a:ext cx="5512490" cy="4967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478" name="Google Shape;478;p50"/>
          <p:cNvCxnSpPr/>
          <p:nvPr/>
        </p:nvCxnSpPr>
        <p:spPr>
          <a:xfrm>
            <a:off x="6125817" y="1233488"/>
            <a:ext cx="0" cy="496728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Title Only">
  <p:cSld name="16_Title Only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1"/>
          <p:cNvSpPr txBox="1"/>
          <p:nvPr>
            <p:ph type="title"/>
          </p:nvPr>
        </p:nvSpPr>
        <p:spPr>
          <a:xfrm>
            <a:off x="371475" y="260351"/>
            <a:ext cx="11520488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1" name="Google Shape;481;p51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82" name="Google Shape;482;p51"/>
          <p:cNvCxnSpPr/>
          <p:nvPr/>
        </p:nvCxnSpPr>
        <p:spPr>
          <a:xfrm>
            <a:off x="4790661" y="6917634"/>
            <a:ext cx="191825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3" name="Google Shape;483;p51"/>
          <p:cNvSpPr/>
          <p:nvPr>
            <p:ph idx="2" type="chart"/>
          </p:nvPr>
        </p:nvSpPr>
        <p:spPr>
          <a:xfrm>
            <a:off x="510622" y="1362696"/>
            <a:ext cx="5552246" cy="2294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4" name="Google Shape;484;p51"/>
          <p:cNvSpPr/>
          <p:nvPr>
            <p:ph idx="3" type="chart"/>
          </p:nvPr>
        </p:nvSpPr>
        <p:spPr>
          <a:xfrm>
            <a:off x="500682" y="3781218"/>
            <a:ext cx="5552246" cy="2294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5" name="Google Shape;485;p51"/>
          <p:cNvSpPr/>
          <p:nvPr>
            <p:ph idx="4" type="chart"/>
          </p:nvPr>
        </p:nvSpPr>
        <p:spPr>
          <a:xfrm>
            <a:off x="6208643" y="1367561"/>
            <a:ext cx="5552246" cy="2294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6" name="Google Shape;486;p51"/>
          <p:cNvSpPr/>
          <p:nvPr>
            <p:ph idx="5" type="chart"/>
          </p:nvPr>
        </p:nvSpPr>
        <p:spPr>
          <a:xfrm>
            <a:off x="6198703" y="3786083"/>
            <a:ext cx="5552246" cy="2294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Slide">
  <p:cSld name="5_Title Slide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52"/>
          <p:cNvSpPr/>
          <p:nvPr>
            <p:ph idx="2" type="pic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90" name="Google Shape;490;p52"/>
          <p:cNvSpPr txBox="1"/>
          <p:nvPr>
            <p:ph type="ctrTitle"/>
          </p:nvPr>
        </p:nvSpPr>
        <p:spPr>
          <a:xfrm>
            <a:off x="1727201" y="2337595"/>
            <a:ext cx="8737600" cy="21828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Calibri"/>
              <a:buNone/>
              <a:defRPr sz="11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5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94" name="Google Shape;494;p5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95" name="Google Shape;495;p53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/>
          <p:nvPr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4">
          <p15:clr>
            <a:srgbClr val="F26B43"/>
          </p15:clr>
        </p15:guide>
        <p15:guide id="2" pos="234">
          <p15:clr>
            <a:srgbClr val="F26B43"/>
          </p15:clr>
        </p15:guide>
        <p15:guide id="3" orient="horz" pos="4133">
          <p15:clr>
            <a:srgbClr val="F26B43"/>
          </p15:clr>
        </p15:guide>
        <p15:guide id="4" pos="7491">
          <p15:clr>
            <a:srgbClr val="F26B43"/>
          </p15:clr>
        </p15:guide>
        <p15:guide id="5" orient="horz" pos="640">
          <p15:clr>
            <a:srgbClr val="F26B43"/>
          </p15:clr>
        </p15:guide>
        <p15:guide id="6" orient="horz" pos="777">
          <p15:clr>
            <a:srgbClr val="F26B43"/>
          </p15:clr>
        </p15:guide>
        <p15:guide id="7" orient="horz" pos="4020">
          <p15:clr>
            <a:srgbClr val="F26B43"/>
          </p15:clr>
        </p15:guide>
        <p15:guide id="8" orient="horz" pos="390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lookerstudio.google.com/s/oLDPiay-ZVY" TargetMode="External"/><Relationship Id="rId4" Type="http://schemas.openxmlformats.org/officeDocument/2006/relationships/hyperlink" Target="https://lookerstudio.google.com/reporting/cf16186c-1200-4990-bbb2-77a9057bbd65" TargetMode="External"/><Relationship Id="rId5" Type="http://schemas.openxmlformats.org/officeDocument/2006/relationships/hyperlink" Target="https://lookerstudio.google.com/reporting/bd1e9c30-e73b-4ab0-836a-074fd4c445ff" TargetMode="External"/><Relationship Id="rId6" Type="http://schemas.openxmlformats.org/officeDocument/2006/relationships/hyperlink" Target="https://drive.google.com/file/d/17IpcFqfwraRmaARmVuKUw4FD9Pl61Ffw/view?usp=sharing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4"/>
          <p:cNvSpPr txBox="1"/>
          <p:nvPr>
            <p:ph type="ctrTitle"/>
          </p:nvPr>
        </p:nvSpPr>
        <p:spPr>
          <a:xfrm>
            <a:off x="6716425" y="856810"/>
            <a:ext cx="5475600" cy="24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2083"/>
              <a:buFont typeface="Times New Roman"/>
              <a:buNone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DVA - TEAM 14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2083"/>
              <a:buFont typeface="Times New Roman"/>
              <a:buNone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DELIVERABLES</a:t>
            </a:r>
            <a:br>
              <a:rPr lang="en-US"/>
            </a:br>
            <a:endParaRPr sz="31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54"/>
          <p:cNvSpPr txBox="1"/>
          <p:nvPr>
            <p:ph idx="1" type="subTitle"/>
          </p:nvPr>
        </p:nvSpPr>
        <p:spPr>
          <a:xfrm>
            <a:off x="6905625" y="3299249"/>
            <a:ext cx="49863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PRESENTED BY ACTIVE MEMBERS: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Sakshitha K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Laiba Jawaid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Faiza Javed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Chaitanya Jori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Bharadwaj K</a:t>
            </a:r>
            <a:endParaRPr sz="1600"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Submitted on: 1</a:t>
            </a:r>
            <a:r>
              <a:rPr b="1" baseline="30000" lang="en-US" sz="1600"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 September 2025</a:t>
            </a:r>
            <a:endParaRPr/>
          </a:p>
        </p:txBody>
      </p:sp>
      <p:sp>
        <p:nvSpPr>
          <p:cNvPr id="502" name="Google Shape;502;p54"/>
          <p:cNvSpPr/>
          <p:nvPr>
            <p:ph idx="2" type="pic"/>
          </p:nvPr>
        </p:nvSpPr>
        <p:spPr>
          <a:xfrm>
            <a:off x="0" y="1"/>
            <a:ext cx="664368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descr="Ingénieur data analyst : responsabilités et qualifications" id="503" name="Google Shape;50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"/>
            <a:ext cx="6716424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14:prism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5"/>
          <p:cNvSpPr txBox="1"/>
          <p:nvPr/>
        </p:nvSpPr>
        <p:spPr>
          <a:xfrm>
            <a:off x="562527" y="613025"/>
            <a:ext cx="7335600" cy="53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Four-week experiential program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replicating a real-world data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analytics workflow.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Covered the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complete data lifecycle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: exploration,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cleaning, transformation, visualization, and presentation.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Worked with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multi-source datasets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to address challenges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      like missing values, and duplicates, etc.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Gained experience in both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technical analysis and business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relevance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, and useful insights for stakeholders.</a:t>
            </a:r>
            <a:endParaRPr b="1" sz="2600" u="sng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9" name="Google Shape;50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1059" y="3595116"/>
            <a:ext cx="4179951" cy="278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>
        <p14:prism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6"/>
          <p:cNvSpPr txBox="1"/>
          <p:nvPr/>
        </p:nvSpPr>
        <p:spPr>
          <a:xfrm>
            <a:off x="619005" y="454876"/>
            <a:ext cx="8866200" cy="5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SCOPE &amp; DELIVERABLES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5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Scope covered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data preparation, transformation, and visualization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Conducted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EDA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to identify key patterns and anomalies.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Built a unified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Master Table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using ETL, followed by Mapping Tables and wireframes for KPIs and metrics.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Dashboard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for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visualization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Final Deliverables: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Cleaned Master Table (49K+ unique learners)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Interactive Looker Studio dashboard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Comprehensive presentation with findings &amp; recommendations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>
        <p14:prism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7"/>
          <p:cNvSpPr txBox="1"/>
          <p:nvPr/>
        </p:nvSpPr>
        <p:spPr>
          <a:xfrm>
            <a:off x="509200" y="498927"/>
            <a:ext cx="8917500" cy="61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WEEK 1 – DATA UNDERSTANDING, EDA, AND CLEANING</a:t>
            </a:r>
            <a:endParaRPr b="1" sz="2600" u="sng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DATASETS OVERVIEW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  Datasets used: </a:t>
            </a:r>
            <a:r>
              <a:rPr b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Learner’s  Data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Opportunity Data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ohortRaw Data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Marketing Data,</a:t>
            </a:r>
            <a:endParaRPr b="1" sz="1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b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</a:t>
            </a:r>
            <a:r>
              <a:rPr b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Learner Opportunity D</a:t>
            </a:r>
            <a:r>
              <a:rPr b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ata, 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Cognito Data</a:t>
            </a:r>
            <a:endParaRPr b="1" sz="1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FAMILIARIZATION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Common Issues: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Missing values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Duplicate risks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Inconsistent formatting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Biases -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Geographic skew  self-reported errors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>
        <p14:prism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8"/>
          <p:cNvSpPr txBox="1"/>
          <p:nvPr/>
        </p:nvSpPr>
        <p:spPr>
          <a:xfrm>
            <a:off x="637982" y="867111"/>
            <a:ext cx="78510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EDA Highlights (Visual &amp; Stats)</a:t>
            </a:r>
            <a:endParaRPr b="1" sz="2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Geographic Trends: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Learners concentrated in India, Nigeria, Pakistan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Education Trends: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STEM (esp. Computer Science &amp; Engineering) dominate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Cohort Analysis: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Sizes vary from 1k to 100k; overlapping timelines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Cognito Data: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33% missing in demographics (gender, city, state,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birthdate, zip)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Marketing Data: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Reach max: 141M+, Avg: 1.7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○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Duplicates: 12 rows detected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6" name="Google Shape;52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8155" y="3728428"/>
            <a:ext cx="4179951" cy="278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9"/>
          <p:cNvSpPr txBox="1"/>
          <p:nvPr/>
        </p:nvSpPr>
        <p:spPr>
          <a:xfrm>
            <a:off x="371475" y="742819"/>
            <a:ext cx="4715400" cy="51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DONUT CHART (FROM LEARNER DATASET)</a:t>
            </a:r>
            <a:endParaRPr b="1"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What it shows: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Geographic distribution of learner from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India, Nigeria, and Pakistan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, while other countries have smaller shares.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Why it was created: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To highlight the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geographic bias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in the dataset.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33" name="Google Shape;533;p59" title="12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3925" y="1287700"/>
            <a:ext cx="6818050" cy="40975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0"/>
          <p:cNvSpPr txBox="1"/>
          <p:nvPr/>
        </p:nvSpPr>
        <p:spPr>
          <a:xfrm>
            <a:off x="479013" y="1021919"/>
            <a:ext cx="4890600" cy="54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 CHART: (MARKETING DATASET)</a:t>
            </a:r>
            <a:endParaRPr b="1"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What it shows: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Total spending across marketing campaigns.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Why it was created: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To identify where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resources were heavily allocated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high spending actually led to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better campaign results.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0" name="Google Shape;540;p60" title="Captur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8991" y="1324647"/>
            <a:ext cx="6535800" cy="3847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1"/>
          <p:cNvSpPr txBox="1"/>
          <p:nvPr/>
        </p:nvSpPr>
        <p:spPr>
          <a:xfrm>
            <a:off x="945625" y="287079"/>
            <a:ext cx="10254600" cy="6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WEEK 2 – </a:t>
            </a:r>
            <a:r>
              <a:rPr b="1" lang="en-US" sz="3400">
                <a:solidFill>
                  <a:schemeClr val="accent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MASTER TABLE DESIGN</a:t>
            </a:r>
            <a:endParaRPr b="1" sz="3400">
              <a:solidFill>
                <a:schemeClr val="accent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To create a single, unified Master Table that serves as the central source of truth for all learner’s, ensuring data consistency and accuracy for reporting and dashboards.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DATASETS USED: 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Learner Data, Cohort Data, Opportunity Data,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Cognito Data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Learner_Opportunity</a:t>
            </a:r>
            <a:r>
              <a:rPr b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(As a Bridge </a:t>
            </a:r>
            <a:endParaRPr b="1" sz="1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- For Joins)                               </a:t>
            </a:r>
            <a:br>
              <a:rPr lang="en-US" sz="1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EXCLUSION: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Marketing Campaign Dataset</a:t>
            </a:r>
            <a:r>
              <a:rPr lang="en-US" sz="1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was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not merged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because it was a separate Ad Campaigns data,  not linked to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learner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’s schema.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3C78D8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2"/>
          <p:cNvSpPr txBox="1"/>
          <p:nvPr/>
        </p:nvSpPr>
        <p:spPr>
          <a:xfrm>
            <a:off x="1059302" y="422855"/>
            <a:ext cx="10073400" cy="6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accent2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DATA TRANSFORMATION AND ETL PROCESS</a:t>
            </a:r>
            <a:endParaRPr b="1" sz="3400">
              <a:solidFill>
                <a:schemeClr val="accent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DATA CLEANING &amp; ADJUSTMENTS FOR JOINS: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Invalid Data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Eliminated entirely null rows and exact duplicate while preserving meaningful entries.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Standardized Formats: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Ensured consistency by standardizing date formats into p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roper types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text casting across all datasets.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Aligned Key Identifiers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Aligned critical IDs (Learner_ID, Opportunity_ID, Cohort_ID) across all tables.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Merged and Validated: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create a unified Master Table, followed by validation to ensure data accuracy and completeness.</a:t>
            </a:r>
            <a:endParaRPr sz="1200">
              <a:solidFill>
                <a:schemeClr val="dk1"/>
              </a:solidFill>
              <a:highlight>
                <a:srgbClr val="151517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8" name="Google Shape;55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5550" y="342638"/>
            <a:ext cx="5890600" cy="6143925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63"/>
          <p:cNvSpPr txBox="1"/>
          <p:nvPr/>
        </p:nvSpPr>
        <p:spPr>
          <a:xfrm>
            <a:off x="466346" y="1301146"/>
            <a:ext cx="5562600" cy="3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MASTER TABLE DATA INSIGHTS</a:t>
            </a:r>
            <a:endParaRPr b="1" sz="2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Here the data's presented in one combined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view, the dashboard's organized into distinct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sections and this lets us showcase insights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different categorized datasets all in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place.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4"/>
          <p:cNvSpPr txBox="1"/>
          <p:nvPr/>
        </p:nvSpPr>
        <p:spPr>
          <a:xfrm>
            <a:off x="754878" y="1370287"/>
            <a:ext cx="80805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1" lang="en-US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MAPPING TABLE</a:t>
            </a:r>
            <a:endParaRPr b="1"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mapping table defines how raw data maps to dashboard fields, ensuring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clarity for ETL and visualization teams.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KPIs: Learner_id, Cohort_size, status.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Includes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metrics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filters/Dimensions.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lineage, ETL guidance, and standardized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formats.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Outcome: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mapping table documents data flow and ensures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consistent ETL transformations and accurate dashboard KPIs/filters.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5" name="Google Shape;565;p64"/>
          <p:cNvSpPr txBox="1"/>
          <p:nvPr/>
        </p:nvSpPr>
        <p:spPr>
          <a:xfrm>
            <a:off x="2721675" y="260350"/>
            <a:ext cx="55848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3 SUMMARY</a:t>
            </a:r>
            <a:r>
              <a:rPr b="1" lang="en-US" sz="37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37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6" name="Google Shape;56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0332" y="3544073"/>
            <a:ext cx="4179951" cy="278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65"/>
          <p:cNvSpPr txBox="1"/>
          <p:nvPr/>
        </p:nvSpPr>
        <p:spPr>
          <a:xfrm>
            <a:off x="1147950" y="431266"/>
            <a:ext cx="7825800" cy="6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WIREFRAME DESIGN</a:t>
            </a:r>
            <a:endParaRPr b="1" sz="2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KPI Layer: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A high-level performance snapshot for executives and displays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high-level metrics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for quick insights.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Graphs Layer: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Detailed charts for operational insights into learners and opportunities.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Comparative Layer: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Interactive filters and cross-dimensional analysis uncover trends and relationships.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➢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Cohort Analysis &amp; Cross-Analysis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899" lvl="0" marL="1005839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Focuses on learner participation over time.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899" lvl="0" marL="1005839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Provides multi-dimensional insights.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6"/>
          <p:cNvSpPr/>
          <p:nvPr>
            <p:ph idx="2" type="pic"/>
          </p:nvPr>
        </p:nvSpPr>
        <p:spPr>
          <a:xfrm>
            <a:off x="0" y="1233488"/>
            <a:ext cx="12192000" cy="4391100"/>
          </a:xfrm>
          <a:prstGeom prst="rect">
            <a:avLst/>
          </a:prstGeom>
        </p:spPr>
      </p:sp>
      <p:pic>
        <p:nvPicPr>
          <p:cNvPr id="579" name="Google Shape;57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200" y="173150"/>
            <a:ext cx="11989851" cy="6628475"/>
          </a:xfrm>
          <a:prstGeom prst="rect">
            <a:avLst/>
          </a:prstGeom>
          <a:noFill/>
          <a:ln cap="rnd" cmpd="sng" w="127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sx="97000" kx="899842" rotWithShape="0" algn="br" dir="10500000" dist="95250" sy="23000">
              <a:srgbClr val="000000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7"/>
          <p:cNvSpPr txBox="1"/>
          <p:nvPr>
            <p:ph idx="1" type="body"/>
          </p:nvPr>
        </p:nvSpPr>
        <p:spPr>
          <a:xfrm>
            <a:off x="864071" y="1132175"/>
            <a:ext cx="84783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CREATION</a:t>
            </a:r>
            <a:endParaRPr b="1" sz="10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7200">
                <a:latin typeface="Times New Roman"/>
                <a:ea typeface="Times New Roman"/>
                <a:cs typeface="Times New Roman"/>
                <a:sym typeface="Times New Roman"/>
              </a:rPr>
              <a:t>Created Looker Studio dashboards for analyzing </a:t>
            </a:r>
            <a:r>
              <a:rPr b="1" lang="en-US" sz="7200">
                <a:latin typeface="Times New Roman"/>
                <a:ea typeface="Times New Roman"/>
                <a:cs typeface="Times New Roman"/>
                <a:sym typeface="Times New Roman"/>
              </a:rPr>
              <a:t>master table</a:t>
            </a:r>
            <a:r>
              <a:rPr lang="en-US" sz="7200">
                <a:latin typeface="Times New Roman"/>
                <a:ea typeface="Times New Roman"/>
                <a:cs typeface="Times New Roman"/>
                <a:sym typeface="Times New Roman"/>
              </a:rPr>
              <a:t> data.</a:t>
            </a:r>
            <a:endParaRPr sz="7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7200">
                <a:latin typeface="Times New Roman"/>
                <a:ea typeface="Times New Roman"/>
                <a:cs typeface="Times New Roman"/>
                <a:sym typeface="Times New Roman"/>
              </a:rPr>
              <a:t>Built interactive dashboards for tracking </a:t>
            </a:r>
            <a:r>
              <a:rPr b="1" lang="en-US" sz="7200">
                <a:latin typeface="Times New Roman"/>
                <a:ea typeface="Times New Roman"/>
                <a:cs typeface="Times New Roman"/>
                <a:sym typeface="Times New Roman"/>
              </a:rPr>
              <a:t>marketing data</a:t>
            </a:r>
            <a:r>
              <a:rPr lang="en-US" sz="7200">
                <a:latin typeface="Times New Roman"/>
                <a:ea typeface="Times New Roman"/>
                <a:cs typeface="Times New Roman"/>
                <a:sym typeface="Times New Roman"/>
              </a:rPr>
              <a:t> performance and ROI.</a:t>
            </a:r>
            <a:endParaRPr sz="7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8000">
                <a:latin typeface="Times New Roman"/>
                <a:ea typeface="Times New Roman"/>
                <a:cs typeface="Times New Roman"/>
                <a:sym typeface="Times New Roman"/>
              </a:rPr>
              <a:t>Master Table Dashboard</a:t>
            </a:r>
            <a:endParaRPr b="1" sz="9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latin typeface="Times New Roman"/>
                <a:ea typeface="Times New Roman"/>
                <a:cs typeface="Times New Roman"/>
                <a:sym typeface="Times New Roman"/>
              </a:rPr>
              <a:t>Data Collection and Data Processing</a:t>
            </a:r>
            <a:endParaRPr sz="7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latin typeface="Times New Roman"/>
                <a:ea typeface="Times New Roman"/>
                <a:cs typeface="Times New Roman"/>
                <a:sym typeface="Times New Roman"/>
              </a:rPr>
              <a:t>Dashboard Creation</a:t>
            </a:r>
            <a:endParaRPr b="1" sz="8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latin typeface="Times New Roman"/>
                <a:ea typeface="Times New Roman"/>
                <a:cs typeface="Times New Roman"/>
                <a:sym typeface="Times New Roman"/>
              </a:rPr>
              <a:t>KPIs</a:t>
            </a:r>
            <a:r>
              <a:rPr lang="en-US" sz="80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7200">
                <a:latin typeface="Times New Roman"/>
                <a:ea typeface="Times New Roman"/>
                <a:cs typeface="Times New Roman"/>
                <a:sym typeface="Times New Roman"/>
              </a:rPr>
              <a:t> Total learners, total institutions, opportunities, countries, avg cohort size.</a:t>
            </a:r>
            <a:endParaRPr sz="7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latin typeface="Times New Roman"/>
                <a:ea typeface="Times New Roman"/>
                <a:cs typeface="Times New Roman"/>
                <a:sym typeface="Times New Roman"/>
              </a:rPr>
              <a:t>Visuals:</a:t>
            </a:r>
            <a:r>
              <a:rPr lang="en-US" sz="8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7200">
                <a:latin typeface="Times New Roman"/>
                <a:ea typeface="Times New Roman"/>
                <a:cs typeface="Times New Roman"/>
                <a:sym typeface="Times New Roman"/>
              </a:rPr>
              <a:t> World map,  Bar chart,  Funnel chart &amp; Comparative charts </a:t>
            </a:r>
            <a:endParaRPr sz="7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142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142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142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1428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1428"/>
              <a:buNone/>
            </a:pPr>
            <a:r>
              <a:t/>
            </a:r>
            <a:endParaRPr/>
          </a:p>
        </p:txBody>
      </p:sp>
      <p:sp>
        <p:nvSpPr>
          <p:cNvPr id="585" name="Google Shape;585;p67"/>
          <p:cNvSpPr txBox="1"/>
          <p:nvPr>
            <p:ph type="title"/>
          </p:nvPr>
        </p:nvSpPr>
        <p:spPr>
          <a:xfrm>
            <a:off x="335700" y="1"/>
            <a:ext cx="11520600" cy="758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 4 SUMMARY </a:t>
            </a:r>
            <a:endParaRPr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6" name="Google Shape;586;p67"/>
          <p:cNvSpPr txBox="1"/>
          <p:nvPr>
            <p:ph idx="12" type="sldNum"/>
          </p:nvPr>
        </p:nvSpPr>
        <p:spPr>
          <a:xfrm>
            <a:off x="11518900" y="6581978"/>
            <a:ext cx="373200" cy="206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>
        <p14:prism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8"/>
          <p:cNvSpPr txBox="1"/>
          <p:nvPr>
            <p:ph type="title"/>
          </p:nvPr>
        </p:nvSpPr>
        <p:spPr>
          <a:xfrm>
            <a:off x="193991" y="358031"/>
            <a:ext cx="111318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lang="en-US" sz="2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OF MASTER TABLE GLOBAL VIEW</a:t>
            </a:r>
            <a:endParaRPr sz="3600"/>
          </a:p>
        </p:txBody>
      </p:sp>
      <p:sp>
        <p:nvSpPr>
          <p:cNvPr id="592" name="Google Shape;592;p68"/>
          <p:cNvSpPr txBox="1"/>
          <p:nvPr>
            <p:ph idx="1" type="body"/>
          </p:nvPr>
        </p:nvSpPr>
        <p:spPr>
          <a:xfrm>
            <a:off x="439822" y="1762845"/>
            <a:ext cx="7642800" cy="41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9175"/>
              <a:buNone/>
            </a:pPr>
            <a:r>
              <a:rPr b="1" lang="en-US" sz="2872">
                <a:latin typeface="Times New Roman"/>
                <a:ea typeface="Times New Roman"/>
                <a:cs typeface="Times New Roman"/>
                <a:sym typeface="Times New Roman"/>
              </a:rPr>
              <a:t>World Map – Learners by Country</a:t>
            </a:r>
            <a:endParaRPr sz="287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4673"/>
              <a:buNone/>
            </a:pPr>
            <a:r>
              <a:rPr lang="en-US" sz="2628">
                <a:latin typeface="Times New Roman"/>
                <a:ea typeface="Times New Roman"/>
                <a:cs typeface="Times New Roman"/>
                <a:sym typeface="Times New Roman"/>
              </a:rPr>
              <a:t>Highest in India, Nigeria and USA.</a:t>
            </a:r>
            <a:endParaRPr sz="262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9175"/>
              <a:buNone/>
            </a:pPr>
            <a:r>
              <a:rPr b="1" lang="en-US" sz="2872">
                <a:latin typeface="Times New Roman"/>
                <a:ea typeface="Times New Roman"/>
                <a:cs typeface="Times New Roman"/>
                <a:sym typeface="Times New Roman"/>
              </a:rPr>
              <a:t>Bar Chart – Top Institutions</a:t>
            </a:r>
            <a:endParaRPr sz="287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7655"/>
              <a:buNone/>
            </a:pPr>
            <a:r>
              <a:rPr lang="en-US" sz="2948">
                <a:latin typeface="Times New Roman"/>
                <a:ea typeface="Times New Roman"/>
                <a:cs typeface="Times New Roman"/>
                <a:sym typeface="Times New Roman"/>
              </a:rPr>
              <a:t>Enrollment is Highest at SLU and Kwame Nkrumah University.</a:t>
            </a:r>
            <a:endParaRPr sz="294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9175"/>
              <a:buNone/>
            </a:pPr>
            <a:r>
              <a:rPr b="1" lang="en-US" sz="2872">
                <a:latin typeface="Times New Roman"/>
                <a:ea typeface="Times New Roman"/>
                <a:cs typeface="Times New Roman"/>
                <a:sym typeface="Times New Roman"/>
              </a:rPr>
              <a:t>Funnel – Cohort Engagement</a:t>
            </a:r>
            <a:endParaRPr sz="287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9649"/>
              <a:buNone/>
            </a:pP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High Cohort Enrolment but Low Cohort Engagement.</a:t>
            </a:r>
            <a:endParaRPr sz="2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8892"/>
              <a:buNone/>
            </a:pPr>
            <a:r>
              <a:rPr b="1" lang="en-US" sz="2886">
                <a:latin typeface="Times New Roman"/>
                <a:ea typeface="Times New Roman"/>
                <a:cs typeface="Times New Roman"/>
                <a:sym typeface="Times New Roman"/>
              </a:rPr>
              <a:t>Stacked/Grouped Bar – Major vs Country/Institution</a:t>
            </a:r>
            <a:endParaRPr sz="288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9649"/>
              <a:buNone/>
            </a:pP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High in India &amp; Nigeria.</a:t>
            </a:r>
            <a:endParaRPr sz="28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93" name="Google Shape;59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7157" y="3713061"/>
            <a:ext cx="4179951" cy="278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14:flip dir="l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5625" y="660550"/>
            <a:ext cx="9313101" cy="6037951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69"/>
          <p:cNvSpPr txBox="1"/>
          <p:nvPr/>
        </p:nvSpPr>
        <p:spPr>
          <a:xfrm>
            <a:off x="577175" y="196912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01" name="Google Shape;601;p69"/>
          <p:cNvSpPr txBox="1"/>
          <p:nvPr/>
        </p:nvSpPr>
        <p:spPr>
          <a:xfrm>
            <a:off x="2580300" y="167950"/>
            <a:ext cx="4791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8E7CC3"/>
                </a:solidFill>
              </a:rPr>
              <a:t>Global Learner Analytics Dashboard</a:t>
            </a:r>
            <a:endParaRPr b="1" sz="2000">
              <a:solidFill>
                <a:srgbClr val="8E7CC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0"/>
          <p:cNvSpPr txBox="1"/>
          <p:nvPr/>
        </p:nvSpPr>
        <p:spPr>
          <a:xfrm>
            <a:off x="1160243" y="405741"/>
            <a:ext cx="9605700" cy="59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VISUALIZATION OF MARKETING DATA</a:t>
            </a:r>
            <a:endParaRPr b="1" sz="2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Processing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Creation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KPIs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CTR, outbound clicks, CPR, amount spent, conversions.</a:t>
            </a:r>
            <a:endParaRPr sz="2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Visuals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200"/>
          </a:p>
          <a:p>
            <a:pPr indent="-3238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➢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 chart </a:t>
            </a:r>
            <a:endParaRPr sz="2200"/>
          </a:p>
          <a:p>
            <a:pPr indent="-3238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➢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Scatter </a:t>
            </a:r>
            <a:endParaRPr sz="2200"/>
          </a:p>
          <a:p>
            <a:pPr indent="-3238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➢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Pie chart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➢"/>
            </a:pPr>
            <a:r>
              <a:rPr b="0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chart 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Charts / Graphs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Pie/Donut – Spend Distribution (</a:t>
            </a: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65%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2-3)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Chart – CPR Trend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Scatter/Bubble – CTR vs Outbound Clicks(High CTR)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 Chart – Outbound Clicks by Campaign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71"/>
          <p:cNvSpPr txBox="1"/>
          <p:nvPr>
            <p:ph idx="12" type="sldNum"/>
          </p:nvPr>
        </p:nvSpPr>
        <p:spPr>
          <a:xfrm>
            <a:off x="11518900" y="6581978"/>
            <a:ext cx="373200" cy="206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3" name="Google Shape;61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675" y="615600"/>
            <a:ext cx="9540100" cy="6277175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71"/>
          <p:cNvSpPr txBox="1"/>
          <p:nvPr/>
        </p:nvSpPr>
        <p:spPr>
          <a:xfrm>
            <a:off x="1317275" y="0"/>
            <a:ext cx="393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Marketing Data Insights</a:t>
            </a:r>
            <a:endParaRPr b="1" sz="2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2"/>
          <p:cNvSpPr txBox="1"/>
          <p:nvPr>
            <p:ph idx="12" type="sldNum"/>
          </p:nvPr>
        </p:nvSpPr>
        <p:spPr>
          <a:xfrm>
            <a:off x="11518900" y="6581978"/>
            <a:ext cx="373200" cy="206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1" name="Google Shape;621;p72"/>
          <p:cNvSpPr txBox="1"/>
          <p:nvPr/>
        </p:nvSpPr>
        <p:spPr>
          <a:xfrm>
            <a:off x="366428" y="683425"/>
            <a:ext cx="11520600" cy="59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Links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https://lookerstudio.google.com/s/oLDPiay-ZVY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https://lookerstudio.google.com/reporting/cf16186c-1200-4990-bbb2-77a9057bbd65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https://lookerstudio.google.com/reporting/bd1e9c30-e73b-4ab0-836a-074fd4c445ff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Explained Video:</a:t>
            </a:r>
            <a:br>
              <a:rPr lang="en-US" sz="2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9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https://drive.google.com/file/d/17IpcFqfwraRmaARmVuKUw4FD9Pl61Ffw/view?usp=sharing</a:t>
            </a:r>
            <a:endParaRPr sz="29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3"/>
          <p:cNvSpPr txBox="1"/>
          <p:nvPr/>
        </p:nvSpPr>
        <p:spPr>
          <a:xfrm>
            <a:off x="3066473" y="2789383"/>
            <a:ext cx="60590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400">
        <p14:gallery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MSFT_Color_1">
      <a:dk1>
        <a:srgbClr val="32363F"/>
      </a:dk1>
      <a:lt1>
        <a:srgbClr val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